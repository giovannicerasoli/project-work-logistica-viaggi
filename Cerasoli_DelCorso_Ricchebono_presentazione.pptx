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60" r:id="rId6"/>
    <p:sldId id="272" r:id="rId7"/>
    <p:sldId id="262" r:id="rId8"/>
    <p:sldId id="263" r:id="rId9"/>
    <p:sldId id="264" r:id="rId10"/>
    <p:sldId id="265" r:id="rId11"/>
    <p:sldId id="266" r:id="rId12"/>
    <p:sldId id="273" r:id="rId13"/>
    <p:sldId id="274" r:id="rId14"/>
    <p:sldId id="275" r:id="rId15"/>
    <p:sldId id="270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6ED058-373A-44A1-A833-0CE2DA4CBFCF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D8E8CD-A6CC-48C5-A18F-7B42AF349F91}">
      <dgm:prSet custT="1"/>
      <dgm:spPr/>
      <dgm:t>
        <a:bodyPr/>
        <a:lstStyle/>
        <a:p>
          <a:r>
            <a:rPr lang="en-US" sz="3200" dirty="0"/>
            <a:t>192 </a:t>
          </a:r>
          <a:r>
            <a:rPr lang="en-US" sz="3200" dirty="0" err="1"/>
            <a:t>variabili</a:t>
          </a:r>
          <a:r>
            <a:rPr lang="en-US" sz="3200" dirty="0"/>
            <a:t> </a:t>
          </a:r>
          <a:r>
            <a:rPr lang="en-US" sz="3200" dirty="0" err="1"/>
            <a:t>decisionali</a:t>
          </a:r>
          <a:r>
            <a:rPr lang="en-US" sz="3200" dirty="0"/>
            <a:t> </a:t>
          </a:r>
          <a:r>
            <a:rPr lang="en-US" sz="3200" dirty="0" err="1"/>
            <a:t>binarie</a:t>
          </a:r>
          <a:endParaRPr lang="en-US" sz="3200" dirty="0"/>
        </a:p>
      </dgm:t>
    </dgm:pt>
    <dgm:pt modelId="{3CBB96C8-1443-498B-BC13-414E10464D8D}" type="parTrans" cxnId="{EAF5251E-B7E6-4FE2-BD60-4127C4AC1D38}">
      <dgm:prSet/>
      <dgm:spPr/>
      <dgm:t>
        <a:bodyPr/>
        <a:lstStyle/>
        <a:p>
          <a:endParaRPr lang="en-US"/>
        </a:p>
      </dgm:t>
    </dgm:pt>
    <dgm:pt modelId="{34567884-3E25-4B59-B348-EC0F8DF9289F}" type="sibTrans" cxnId="{EAF5251E-B7E6-4FE2-BD60-4127C4AC1D38}">
      <dgm:prSet/>
      <dgm:spPr/>
      <dgm:t>
        <a:bodyPr/>
        <a:lstStyle/>
        <a:p>
          <a:endParaRPr lang="en-US"/>
        </a:p>
      </dgm:t>
    </dgm:pt>
    <dgm:pt modelId="{325A1704-505D-4622-9220-EB4468F4A205}">
      <dgm:prSet custT="1"/>
      <dgm:spPr/>
      <dgm:t>
        <a:bodyPr/>
        <a:lstStyle/>
        <a:p>
          <a:r>
            <a:rPr lang="en-US" sz="3200" dirty="0" err="1"/>
            <a:t>Funzione</a:t>
          </a:r>
          <a:r>
            <a:rPr lang="en-US" sz="3200" dirty="0"/>
            <a:t> </a:t>
          </a:r>
          <a:r>
            <a:rPr lang="en-US" sz="3200" dirty="0" err="1"/>
            <a:t>obiettivo</a:t>
          </a:r>
          <a:endParaRPr lang="en-US" sz="3200" dirty="0"/>
        </a:p>
      </dgm:t>
    </dgm:pt>
    <dgm:pt modelId="{83ABB9E5-A7A9-4612-99A1-BC848B1D3B3A}" type="parTrans" cxnId="{63D2744C-4C65-4B66-A432-14B7AF08E9C5}">
      <dgm:prSet/>
      <dgm:spPr/>
      <dgm:t>
        <a:bodyPr/>
        <a:lstStyle/>
        <a:p>
          <a:endParaRPr lang="en-US"/>
        </a:p>
      </dgm:t>
    </dgm:pt>
    <dgm:pt modelId="{B70F86FC-41E4-4BC1-9335-FE9465A855C5}" type="sibTrans" cxnId="{63D2744C-4C65-4B66-A432-14B7AF08E9C5}">
      <dgm:prSet/>
      <dgm:spPr/>
      <dgm:t>
        <a:bodyPr/>
        <a:lstStyle/>
        <a:p>
          <a:endParaRPr lang="en-US"/>
        </a:p>
      </dgm:t>
    </dgm:pt>
    <dgm:pt modelId="{4DB0CB23-11A3-4D10-9A55-9829F5E74ABE}" type="pres">
      <dgm:prSet presAssocID="{456ED058-373A-44A1-A833-0CE2DA4CBFCF}" presName="Name0" presStyleCnt="0">
        <dgm:presLayoutVars>
          <dgm:dir/>
        </dgm:presLayoutVars>
      </dgm:prSet>
      <dgm:spPr/>
    </dgm:pt>
    <dgm:pt modelId="{7A6DCCA9-57EC-4516-9660-35E925BC0327}" type="pres">
      <dgm:prSet presAssocID="{DFD8E8CD-A6CC-48C5-A18F-7B42AF349F91}" presName="noChildren" presStyleCnt="0"/>
      <dgm:spPr/>
    </dgm:pt>
    <dgm:pt modelId="{B41588D4-5F1B-4F58-9DFE-4B0FE42C9442}" type="pres">
      <dgm:prSet presAssocID="{DFD8E8CD-A6CC-48C5-A18F-7B42AF349F91}" presName="gap" presStyleCnt="0"/>
      <dgm:spPr/>
    </dgm:pt>
    <dgm:pt modelId="{6960771C-78C9-405C-8DAD-0050CDE7B9AD}" type="pres">
      <dgm:prSet presAssocID="{DFD8E8CD-A6CC-48C5-A18F-7B42AF349F91}" presName="medCircle2" presStyleLbl="vennNode1" presStyleIdx="0" presStyleCnt="2"/>
      <dgm:spPr/>
    </dgm:pt>
    <dgm:pt modelId="{2441ED06-36EE-4A4F-A5F4-BE048A0007D2}" type="pres">
      <dgm:prSet presAssocID="{DFD8E8CD-A6CC-48C5-A18F-7B42AF349F91}" presName="txLvlOnly1" presStyleLbl="revTx" presStyleIdx="0" presStyleCnt="2"/>
      <dgm:spPr/>
    </dgm:pt>
    <dgm:pt modelId="{CB1A61D3-4C92-4371-AAB5-D27AFD0EBF5A}" type="pres">
      <dgm:prSet presAssocID="{325A1704-505D-4622-9220-EB4468F4A205}" presName="noChildren" presStyleCnt="0"/>
      <dgm:spPr/>
    </dgm:pt>
    <dgm:pt modelId="{7AA1C3D3-A2C2-4E85-92EB-7E8E266B4710}" type="pres">
      <dgm:prSet presAssocID="{325A1704-505D-4622-9220-EB4468F4A205}" presName="gap" presStyleCnt="0"/>
      <dgm:spPr/>
    </dgm:pt>
    <dgm:pt modelId="{010FFDE7-99DC-4299-9835-08C665A46749}" type="pres">
      <dgm:prSet presAssocID="{325A1704-505D-4622-9220-EB4468F4A205}" presName="medCircle2" presStyleLbl="vennNode1" presStyleIdx="1" presStyleCnt="2"/>
      <dgm:spPr/>
    </dgm:pt>
    <dgm:pt modelId="{B7BBB4ED-CFE6-409B-BD71-44F52CE23FBC}" type="pres">
      <dgm:prSet presAssocID="{325A1704-505D-4622-9220-EB4468F4A205}" presName="txLvlOnly1" presStyleLbl="revTx" presStyleIdx="1" presStyleCnt="2"/>
      <dgm:spPr/>
    </dgm:pt>
  </dgm:ptLst>
  <dgm:cxnLst>
    <dgm:cxn modelId="{C56B4E14-990C-4359-8A84-9231897B1C06}" type="presOf" srcId="{DFD8E8CD-A6CC-48C5-A18F-7B42AF349F91}" destId="{2441ED06-36EE-4A4F-A5F4-BE048A0007D2}" srcOrd="0" destOrd="0" presId="urn:microsoft.com/office/officeart/2008/layout/VerticalCircleList"/>
    <dgm:cxn modelId="{EAF5251E-B7E6-4FE2-BD60-4127C4AC1D38}" srcId="{456ED058-373A-44A1-A833-0CE2DA4CBFCF}" destId="{DFD8E8CD-A6CC-48C5-A18F-7B42AF349F91}" srcOrd="0" destOrd="0" parTransId="{3CBB96C8-1443-498B-BC13-414E10464D8D}" sibTransId="{34567884-3E25-4B59-B348-EC0F8DF9289F}"/>
    <dgm:cxn modelId="{63D2744C-4C65-4B66-A432-14B7AF08E9C5}" srcId="{456ED058-373A-44A1-A833-0CE2DA4CBFCF}" destId="{325A1704-505D-4622-9220-EB4468F4A205}" srcOrd="1" destOrd="0" parTransId="{83ABB9E5-A7A9-4612-99A1-BC848B1D3B3A}" sibTransId="{B70F86FC-41E4-4BC1-9335-FE9465A855C5}"/>
    <dgm:cxn modelId="{1237F655-4240-4243-AA09-B66A70DD4764}" type="presOf" srcId="{325A1704-505D-4622-9220-EB4468F4A205}" destId="{B7BBB4ED-CFE6-409B-BD71-44F52CE23FBC}" srcOrd="0" destOrd="0" presId="urn:microsoft.com/office/officeart/2008/layout/VerticalCircleList"/>
    <dgm:cxn modelId="{596773D3-9E9B-45B9-9F01-7B349B17252F}" type="presOf" srcId="{456ED058-373A-44A1-A833-0CE2DA4CBFCF}" destId="{4DB0CB23-11A3-4D10-9A55-9829F5E74ABE}" srcOrd="0" destOrd="0" presId="urn:microsoft.com/office/officeart/2008/layout/VerticalCircleList"/>
    <dgm:cxn modelId="{8658A3D5-0274-4D36-83A4-742D66EDB95E}" type="presParOf" srcId="{4DB0CB23-11A3-4D10-9A55-9829F5E74ABE}" destId="{7A6DCCA9-57EC-4516-9660-35E925BC0327}" srcOrd="0" destOrd="0" presId="urn:microsoft.com/office/officeart/2008/layout/VerticalCircleList"/>
    <dgm:cxn modelId="{832EA77B-6124-40CE-A82E-8D413377F7B7}" type="presParOf" srcId="{7A6DCCA9-57EC-4516-9660-35E925BC0327}" destId="{B41588D4-5F1B-4F58-9DFE-4B0FE42C9442}" srcOrd="0" destOrd="0" presId="urn:microsoft.com/office/officeart/2008/layout/VerticalCircleList"/>
    <dgm:cxn modelId="{C8D3B009-ED90-4A4D-BF97-CE27F1BC6070}" type="presParOf" srcId="{7A6DCCA9-57EC-4516-9660-35E925BC0327}" destId="{6960771C-78C9-405C-8DAD-0050CDE7B9AD}" srcOrd="1" destOrd="0" presId="urn:microsoft.com/office/officeart/2008/layout/VerticalCircleList"/>
    <dgm:cxn modelId="{2D18E948-7291-4FD1-852A-9567E8DA0699}" type="presParOf" srcId="{7A6DCCA9-57EC-4516-9660-35E925BC0327}" destId="{2441ED06-36EE-4A4F-A5F4-BE048A0007D2}" srcOrd="2" destOrd="0" presId="urn:microsoft.com/office/officeart/2008/layout/VerticalCircleList"/>
    <dgm:cxn modelId="{7FF20B51-5C83-4707-9377-329A0386DBFD}" type="presParOf" srcId="{4DB0CB23-11A3-4D10-9A55-9829F5E74ABE}" destId="{CB1A61D3-4C92-4371-AAB5-D27AFD0EBF5A}" srcOrd="1" destOrd="0" presId="urn:microsoft.com/office/officeart/2008/layout/VerticalCircleList"/>
    <dgm:cxn modelId="{9BDBD0C0-6318-4A9E-AD0D-70CF0EFF9FD2}" type="presParOf" srcId="{CB1A61D3-4C92-4371-AAB5-D27AFD0EBF5A}" destId="{7AA1C3D3-A2C2-4E85-92EB-7E8E266B4710}" srcOrd="0" destOrd="0" presId="urn:microsoft.com/office/officeart/2008/layout/VerticalCircleList"/>
    <dgm:cxn modelId="{3902893B-E20B-4E6B-94D9-3F295599F9B9}" type="presParOf" srcId="{CB1A61D3-4C92-4371-AAB5-D27AFD0EBF5A}" destId="{010FFDE7-99DC-4299-9835-08C665A46749}" srcOrd="1" destOrd="0" presId="urn:microsoft.com/office/officeart/2008/layout/VerticalCircleList"/>
    <dgm:cxn modelId="{FDCCB7FD-D3A6-4504-84A8-3EAC4FF1289A}" type="presParOf" srcId="{CB1A61D3-4C92-4371-AAB5-D27AFD0EBF5A}" destId="{B7BBB4ED-CFE6-409B-BD71-44F52CE23FBC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5FD00F-4039-465D-9AF8-FE1F1A6D59D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EA539D-BE89-4C5F-A8C6-A239948BC1C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>
              <a:solidFill>
                <a:schemeClr val="bg1"/>
              </a:solidFill>
            </a:rPr>
            <a:t>Numero città</a:t>
          </a:r>
          <a:endParaRPr lang="en-US" b="1" dirty="0">
            <a:solidFill>
              <a:schemeClr val="bg1"/>
            </a:solidFill>
          </a:endParaRPr>
        </a:p>
      </dgm:t>
    </dgm:pt>
    <dgm:pt modelId="{9D5AD838-B590-4685-A2F0-DBBDCBC0B22D}" type="parTrans" cxnId="{BB63B2A7-17E5-44C5-A664-459525A11446}">
      <dgm:prSet/>
      <dgm:spPr/>
      <dgm:t>
        <a:bodyPr/>
        <a:lstStyle/>
        <a:p>
          <a:endParaRPr lang="en-US"/>
        </a:p>
      </dgm:t>
    </dgm:pt>
    <dgm:pt modelId="{CF43955C-8DCF-46B2-9136-898C9D4B5261}" type="sibTrans" cxnId="{BB63B2A7-17E5-44C5-A664-459525A11446}">
      <dgm:prSet/>
      <dgm:spPr/>
      <dgm:t>
        <a:bodyPr/>
        <a:lstStyle/>
        <a:p>
          <a:endParaRPr lang="en-US"/>
        </a:p>
      </dgm:t>
    </dgm:pt>
    <dgm:pt modelId="{15E2699D-5ED3-423E-B03B-BE23C36FAF1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>
              <a:solidFill>
                <a:schemeClr val="bg1"/>
              </a:solidFill>
            </a:rPr>
            <a:t>Genova tappa obbligatoria</a:t>
          </a:r>
          <a:endParaRPr lang="en-US" b="1" dirty="0">
            <a:solidFill>
              <a:schemeClr val="bg1"/>
            </a:solidFill>
          </a:endParaRPr>
        </a:p>
      </dgm:t>
    </dgm:pt>
    <dgm:pt modelId="{531A9A82-F92E-4EA9-A205-312715ACB8C5}" type="parTrans" cxnId="{D347DDEA-2871-41F8-8497-A5423AFEB28B}">
      <dgm:prSet/>
      <dgm:spPr/>
      <dgm:t>
        <a:bodyPr/>
        <a:lstStyle/>
        <a:p>
          <a:endParaRPr lang="en-US"/>
        </a:p>
      </dgm:t>
    </dgm:pt>
    <dgm:pt modelId="{908783F7-D70B-4BE2-8FBB-5F00917BC472}" type="sibTrans" cxnId="{D347DDEA-2871-41F8-8497-A5423AFEB28B}">
      <dgm:prSet/>
      <dgm:spPr/>
      <dgm:t>
        <a:bodyPr/>
        <a:lstStyle/>
        <a:p>
          <a:endParaRPr lang="en-US"/>
        </a:p>
      </dgm:t>
    </dgm:pt>
    <dgm:pt modelId="{7F5C704F-90E1-4298-AF66-4762937637AB}" type="pres">
      <dgm:prSet presAssocID="{EC5FD00F-4039-465D-9AF8-FE1F1A6D59DD}" presName="root" presStyleCnt="0">
        <dgm:presLayoutVars>
          <dgm:dir/>
          <dgm:resizeHandles val="exact"/>
        </dgm:presLayoutVars>
      </dgm:prSet>
      <dgm:spPr/>
    </dgm:pt>
    <dgm:pt modelId="{57A4650A-B2DA-498D-80B3-5894AB41582C}" type="pres">
      <dgm:prSet presAssocID="{F9EA539D-BE89-4C5F-A8C6-A239948BC1CF}" presName="compNode" presStyleCnt="0"/>
      <dgm:spPr/>
    </dgm:pt>
    <dgm:pt modelId="{93F2462F-DB97-4DEA-9A78-BB9D1D0C9764}" type="pres">
      <dgm:prSet presAssocID="{F9EA539D-BE89-4C5F-A8C6-A239948BC1CF}" presName="bgRect" presStyleLbl="bgShp" presStyleIdx="0" presStyleCnt="2" custScaleX="99977" custScaleY="86049" custLinFactNeighborX="23" custLinFactNeighborY="-14332"/>
      <dgm:spPr>
        <a:solidFill>
          <a:schemeClr val="accent2"/>
        </a:solidFill>
      </dgm:spPr>
    </dgm:pt>
    <dgm:pt modelId="{7479D0B8-7177-4F31-9B98-4EE9518526D5}" type="pres">
      <dgm:prSet presAssocID="{F9EA539D-BE89-4C5F-A8C6-A239948BC1CF}" presName="iconRect" presStyleLbl="node1" presStyleIdx="0" presStyleCnt="2" custLinFactNeighborX="-3421" custLinFactNeighborY="-2451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tà"/>
        </a:ext>
      </dgm:extLst>
    </dgm:pt>
    <dgm:pt modelId="{351DF5E9-161A-4171-802E-7946948C2E53}" type="pres">
      <dgm:prSet presAssocID="{F9EA539D-BE89-4C5F-A8C6-A239948BC1CF}" presName="spaceRect" presStyleCnt="0"/>
      <dgm:spPr/>
    </dgm:pt>
    <dgm:pt modelId="{508CC69D-0114-467F-AD9B-D7745BB77975}" type="pres">
      <dgm:prSet presAssocID="{F9EA539D-BE89-4C5F-A8C6-A239948BC1CF}" presName="parTx" presStyleLbl="revTx" presStyleIdx="0" presStyleCnt="2" custScaleX="95741" custScaleY="81954" custLinFactNeighborX="2147" custLinFactNeighborY="-15528">
        <dgm:presLayoutVars>
          <dgm:chMax val="0"/>
          <dgm:chPref val="0"/>
        </dgm:presLayoutVars>
      </dgm:prSet>
      <dgm:spPr/>
    </dgm:pt>
    <dgm:pt modelId="{AEFC937D-D8F3-4D85-B76D-B7207C8C636B}" type="pres">
      <dgm:prSet presAssocID="{CF43955C-8DCF-46B2-9136-898C9D4B5261}" presName="sibTrans" presStyleCnt="0"/>
      <dgm:spPr/>
    </dgm:pt>
    <dgm:pt modelId="{AAAC98B9-EC67-4CF3-97DD-7AA392C7B665}" type="pres">
      <dgm:prSet presAssocID="{15E2699D-5ED3-423E-B03B-BE23C36FAF1D}" presName="compNode" presStyleCnt="0"/>
      <dgm:spPr/>
    </dgm:pt>
    <dgm:pt modelId="{8CB103F5-1E3C-469D-93C9-E405C05C0FCA}" type="pres">
      <dgm:prSet presAssocID="{15E2699D-5ED3-423E-B03B-BE23C36FAF1D}" presName="bgRect" presStyleLbl="bgShp" presStyleIdx="1" presStyleCnt="2" custScaleY="86049" custLinFactNeighborX="0" custLinFactNeighborY="61142"/>
      <dgm:spPr>
        <a:solidFill>
          <a:schemeClr val="accent2"/>
        </a:solidFill>
      </dgm:spPr>
    </dgm:pt>
    <dgm:pt modelId="{169B7499-C792-46E1-AC4A-872798C6DB2C}" type="pres">
      <dgm:prSet presAssocID="{15E2699D-5ED3-423E-B03B-BE23C36FAF1D}" presName="iconRect" presStyleLbl="node1" presStyleIdx="1" presStyleCnt="2" custLinFactY="7591" custLinFactNeighborX="4639" custLinFactNeighborY="1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56813F17-BC39-4120-A7E3-0FBEE6F681CF}" type="pres">
      <dgm:prSet presAssocID="{15E2699D-5ED3-423E-B03B-BE23C36FAF1D}" presName="spaceRect" presStyleCnt="0"/>
      <dgm:spPr/>
    </dgm:pt>
    <dgm:pt modelId="{186E8014-19EF-4381-A209-966D662CEAE2}" type="pres">
      <dgm:prSet presAssocID="{15E2699D-5ED3-423E-B03B-BE23C36FAF1D}" presName="parTx" presStyleLbl="revTx" presStyleIdx="1" presStyleCnt="2" custScaleY="86094" custLinFactNeighborX="0" custLinFactNeighborY="63918">
        <dgm:presLayoutVars>
          <dgm:chMax val="0"/>
          <dgm:chPref val="0"/>
        </dgm:presLayoutVars>
      </dgm:prSet>
      <dgm:spPr/>
    </dgm:pt>
  </dgm:ptLst>
  <dgm:cxnLst>
    <dgm:cxn modelId="{8153E819-E5E3-4A65-A4A4-E5EDC0A5994D}" type="presOf" srcId="{15E2699D-5ED3-423E-B03B-BE23C36FAF1D}" destId="{186E8014-19EF-4381-A209-966D662CEAE2}" srcOrd="0" destOrd="0" presId="urn:microsoft.com/office/officeart/2018/2/layout/IconVerticalSolidList"/>
    <dgm:cxn modelId="{0E73F932-5B93-47FB-87B5-92196211A36F}" type="presOf" srcId="{EC5FD00F-4039-465D-9AF8-FE1F1A6D59DD}" destId="{7F5C704F-90E1-4298-AF66-4762937637AB}" srcOrd="0" destOrd="0" presId="urn:microsoft.com/office/officeart/2018/2/layout/IconVerticalSolidList"/>
    <dgm:cxn modelId="{BB63B2A7-17E5-44C5-A664-459525A11446}" srcId="{EC5FD00F-4039-465D-9AF8-FE1F1A6D59DD}" destId="{F9EA539D-BE89-4C5F-A8C6-A239948BC1CF}" srcOrd="0" destOrd="0" parTransId="{9D5AD838-B590-4685-A2F0-DBBDCBC0B22D}" sibTransId="{CF43955C-8DCF-46B2-9136-898C9D4B5261}"/>
    <dgm:cxn modelId="{D347DDEA-2871-41F8-8497-A5423AFEB28B}" srcId="{EC5FD00F-4039-465D-9AF8-FE1F1A6D59DD}" destId="{15E2699D-5ED3-423E-B03B-BE23C36FAF1D}" srcOrd="1" destOrd="0" parTransId="{531A9A82-F92E-4EA9-A205-312715ACB8C5}" sibTransId="{908783F7-D70B-4BE2-8FBB-5F00917BC472}"/>
    <dgm:cxn modelId="{3D4C5AF2-C000-41DE-A363-5845050727C9}" type="presOf" srcId="{F9EA539D-BE89-4C5F-A8C6-A239948BC1CF}" destId="{508CC69D-0114-467F-AD9B-D7745BB77975}" srcOrd="0" destOrd="0" presId="urn:microsoft.com/office/officeart/2018/2/layout/IconVerticalSolidList"/>
    <dgm:cxn modelId="{D1019D6B-BEDB-42C2-A5F4-E4C94893945F}" type="presParOf" srcId="{7F5C704F-90E1-4298-AF66-4762937637AB}" destId="{57A4650A-B2DA-498D-80B3-5894AB41582C}" srcOrd="0" destOrd="0" presId="urn:microsoft.com/office/officeart/2018/2/layout/IconVerticalSolidList"/>
    <dgm:cxn modelId="{84996303-B841-4A4D-9981-5CD8E1756852}" type="presParOf" srcId="{57A4650A-B2DA-498D-80B3-5894AB41582C}" destId="{93F2462F-DB97-4DEA-9A78-BB9D1D0C9764}" srcOrd="0" destOrd="0" presId="urn:microsoft.com/office/officeart/2018/2/layout/IconVerticalSolidList"/>
    <dgm:cxn modelId="{A3B8B5E6-0319-48CA-8EAA-E0F4C64D9B3D}" type="presParOf" srcId="{57A4650A-B2DA-498D-80B3-5894AB41582C}" destId="{7479D0B8-7177-4F31-9B98-4EE9518526D5}" srcOrd="1" destOrd="0" presId="urn:microsoft.com/office/officeart/2018/2/layout/IconVerticalSolidList"/>
    <dgm:cxn modelId="{C18E6C26-4669-412B-A04E-F14DC741B60F}" type="presParOf" srcId="{57A4650A-B2DA-498D-80B3-5894AB41582C}" destId="{351DF5E9-161A-4171-802E-7946948C2E53}" srcOrd="2" destOrd="0" presId="urn:microsoft.com/office/officeart/2018/2/layout/IconVerticalSolidList"/>
    <dgm:cxn modelId="{84FA81F9-7097-4E52-B30C-F61F39AFE117}" type="presParOf" srcId="{57A4650A-B2DA-498D-80B3-5894AB41582C}" destId="{508CC69D-0114-467F-AD9B-D7745BB77975}" srcOrd="3" destOrd="0" presId="urn:microsoft.com/office/officeart/2018/2/layout/IconVerticalSolidList"/>
    <dgm:cxn modelId="{65D6FD1C-86E6-4CB9-8A94-E5422900A243}" type="presParOf" srcId="{7F5C704F-90E1-4298-AF66-4762937637AB}" destId="{AEFC937D-D8F3-4D85-B76D-B7207C8C636B}" srcOrd="1" destOrd="0" presId="urn:microsoft.com/office/officeart/2018/2/layout/IconVerticalSolidList"/>
    <dgm:cxn modelId="{33050813-8419-4CBF-827E-6F355960140C}" type="presParOf" srcId="{7F5C704F-90E1-4298-AF66-4762937637AB}" destId="{AAAC98B9-EC67-4CF3-97DD-7AA392C7B665}" srcOrd="2" destOrd="0" presId="urn:microsoft.com/office/officeart/2018/2/layout/IconVerticalSolidList"/>
    <dgm:cxn modelId="{49F2B691-4E4C-46C7-A976-2EF4851D1392}" type="presParOf" srcId="{AAAC98B9-EC67-4CF3-97DD-7AA392C7B665}" destId="{8CB103F5-1E3C-469D-93C9-E405C05C0FCA}" srcOrd="0" destOrd="0" presId="urn:microsoft.com/office/officeart/2018/2/layout/IconVerticalSolidList"/>
    <dgm:cxn modelId="{D9E09C19-8A9C-4A6C-96CA-73CF82C0EC79}" type="presParOf" srcId="{AAAC98B9-EC67-4CF3-97DD-7AA392C7B665}" destId="{169B7499-C792-46E1-AC4A-872798C6DB2C}" srcOrd="1" destOrd="0" presId="urn:microsoft.com/office/officeart/2018/2/layout/IconVerticalSolidList"/>
    <dgm:cxn modelId="{89A9C51E-039A-438E-AB08-6EA518100F55}" type="presParOf" srcId="{AAAC98B9-EC67-4CF3-97DD-7AA392C7B665}" destId="{56813F17-BC39-4120-A7E3-0FBEE6F681CF}" srcOrd="2" destOrd="0" presId="urn:microsoft.com/office/officeart/2018/2/layout/IconVerticalSolidList"/>
    <dgm:cxn modelId="{9967CB7F-9FB7-46E8-A720-0F038713583C}" type="presParOf" srcId="{AAAC98B9-EC67-4CF3-97DD-7AA392C7B665}" destId="{186E8014-19EF-4381-A209-966D662CEA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5FD00F-4039-465D-9AF8-FE1F1A6D59D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EA539D-BE89-4C5F-A8C6-A239948BC1C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>
              <a:solidFill>
                <a:schemeClr val="bg1"/>
              </a:solidFill>
            </a:rPr>
            <a:t>Tempo massimo</a:t>
          </a:r>
          <a:endParaRPr lang="en-US" b="1" dirty="0">
            <a:solidFill>
              <a:schemeClr val="bg1"/>
            </a:solidFill>
          </a:endParaRPr>
        </a:p>
      </dgm:t>
    </dgm:pt>
    <dgm:pt modelId="{9D5AD838-B590-4685-A2F0-DBBDCBC0B22D}" type="parTrans" cxnId="{BB63B2A7-17E5-44C5-A664-459525A11446}">
      <dgm:prSet/>
      <dgm:spPr/>
      <dgm:t>
        <a:bodyPr/>
        <a:lstStyle/>
        <a:p>
          <a:endParaRPr lang="en-US"/>
        </a:p>
      </dgm:t>
    </dgm:pt>
    <dgm:pt modelId="{CF43955C-8DCF-46B2-9136-898C9D4B5261}" type="sibTrans" cxnId="{BB63B2A7-17E5-44C5-A664-459525A11446}">
      <dgm:prSet/>
      <dgm:spPr/>
      <dgm:t>
        <a:bodyPr/>
        <a:lstStyle/>
        <a:p>
          <a:endParaRPr lang="en-US"/>
        </a:p>
      </dgm:t>
    </dgm:pt>
    <dgm:pt modelId="{15E2699D-5ED3-423E-B03B-BE23C36FAF1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>
              <a:solidFill>
                <a:schemeClr val="bg1"/>
              </a:solidFill>
            </a:rPr>
            <a:t>Diagonali nulle</a:t>
          </a:r>
          <a:endParaRPr lang="en-US" b="1" dirty="0">
            <a:solidFill>
              <a:schemeClr val="bg1"/>
            </a:solidFill>
          </a:endParaRPr>
        </a:p>
      </dgm:t>
    </dgm:pt>
    <dgm:pt modelId="{531A9A82-F92E-4EA9-A205-312715ACB8C5}" type="parTrans" cxnId="{D347DDEA-2871-41F8-8497-A5423AFEB28B}">
      <dgm:prSet/>
      <dgm:spPr/>
      <dgm:t>
        <a:bodyPr/>
        <a:lstStyle/>
        <a:p>
          <a:endParaRPr lang="en-US"/>
        </a:p>
      </dgm:t>
    </dgm:pt>
    <dgm:pt modelId="{908783F7-D70B-4BE2-8FBB-5F00917BC472}" type="sibTrans" cxnId="{D347DDEA-2871-41F8-8497-A5423AFEB28B}">
      <dgm:prSet/>
      <dgm:spPr/>
      <dgm:t>
        <a:bodyPr/>
        <a:lstStyle/>
        <a:p>
          <a:endParaRPr lang="en-US"/>
        </a:p>
      </dgm:t>
    </dgm:pt>
    <dgm:pt modelId="{7F5C704F-90E1-4298-AF66-4762937637AB}" type="pres">
      <dgm:prSet presAssocID="{EC5FD00F-4039-465D-9AF8-FE1F1A6D59DD}" presName="root" presStyleCnt="0">
        <dgm:presLayoutVars>
          <dgm:dir/>
          <dgm:resizeHandles val="exact"/>
        </dgm:presLayoutVars>
      </dgm:prSet>
      <dgm:spPr/>
    </dgm:pt>
    <dgm:pt modelId="{57A4650A-B2DA-498D-80B3-5894AB41582C}" type="pres">
      <dgm:prSet presAssocID="{F9EA539D-BE89-4C5F-A8C6-A239948BC1CF}" presName="compNode" presStyleCnt="0"/>
      <dgm:spPr/>
    </dgm:pt>
    <dgm:pt modelId="{93F2462F-DB97-4DEA-9A78-BB9D1D0C9764}" type="pres">
      <dgm:prSet presAssocID="{F9EA539D-BE89-4C5F-A8C6-A239948BC1CF}" presName="bgRect" presStyleLbl="bgShp" presStyleIdx="0" presStyleCnt="2" custLinFactNeighborX="686" custLinFactNeighborY="-53775"/>
      <dgm:spPr>
        <a:solidFill>
          <a:schemeClr val="accent2"/>
        </a:solidFill>
      </dgm:spPr>
    </dgm:pt>
    <dgm:pt modelId="{7479D0B8-7177-4F31-9B98-4EE9518526D5}" type="pres">
      <dgm:prSet presAssocID="{F9EA539D-BE89-4C5F-A8C6-A239948BC1CF}" presName="iconRect" presStyleLbl="node1" presStyleIdx="0" presStyleCnt="2" custLinFactY="-5752" custLinFactNeighborX="3604" custLinFactNeighborY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solidFill>
            <a:schemeClr val="bg1"/>
          </a:solidFill>
        </a:ln>
      </dgm:spPr>
      <dgm:extLst>
        <a:ext uri="{E40237B7-FDA0-4F09-8148-C483321AD2D9}">
          <dgm14:cNvPr xmlns:dgm14="http://schemas.microsoft.com/office/drawing/2010/diagram" id="0" name="" descr="Orologio contorno"/>
        </a:ext>
      </dgm:extLst>
    </dgm:pt>
    <dgm:pt modelId="{351DF5E9-161A-4171-802E-7946948C2E53}" type="pres">
      <dgm:prSet presAssocID="{F9EA539D-BE89-4C5F-A8C6-A239948BC1CF}" presName="spaceRect" presStyleCnt="0"/>
      <dgm:spPr/>
    </dgm:pt>
    <dgm:pt modelId="{508CC69D-0114-467F-AD9B-D7745BB77975}" type="pres">
      <dgm:prSet presAssocID="{F9EA539D-BE89-4C5F-A8C6-A239948BC1CF}" presName="parTx" presStyleLbl="revTx" presStyleIdx="0" presStyleCnt="2" custLinFactNeighborX="-464" custLinFactNeighborY="-56411">
        <dgm:presLayoutVars>
          <dgm:chMax val="0"/>
          <dgm:chPref val="0"/>
        </dgm:presLayoutVars>
      </dgm:prSet>
      <dgm:spPr/>
    </dgm:pt>
    <dgm:pt modelId="{AEFC937D-D8F3-4D85-B76D-B7207C8C636B}" type="pres">
      <dgm:prSet presAssocID="{CF43955C-8DCF-46B2-9136-898C9D4B5261}" presName="sibTrans" presStyleCnt="0"/>
      <dgm:spPr/>
    </dgm:pt>
    <dgm:pt modelId="{AAAC98B9-EC67-4CF3-97DD-7AA392C7B665}" type="pres">
      <dgm:prSet presAssocID="{15E2699D-5ED3-423E-B03B-BE23C36FAF1D}" presName="compNode" presStyleCnt="0"/>
      <dgm:spPr/>
    </dgm:pt>
    <dgm:pt modelId="{8CB103F5-1E3C-469D-93C9-E405C05C0FCA}" type="pres">
      <dgm:prSet presAssocID="{15E2699D-5ED3-423E-B03B-BE23C36FAF1D}" presName="bgRect" presStyleLbl="bgShp" presStyleIdx="1" presStyleCnt="2" custLinFactNeighborY="54151"/>
      <dgm:spPr>
        <a:solidFill>
          <a:schemeClr val="accent2"/>
        </a:solidFill>
      </dgm:spPr>
    </dgm:pt>
    <dgm:pt modelId="{169B7499-C792-46E1-AC4A-872798C6DB2C}" type="pres">
      <dgm:prSet presAssocID="{15E2699D-5ED3-423E-B03B-BE23C36FAF1D}" presName="iconRect" presStyleLbl="node1" presStyleIdx="1" presStyleCnt="2" custLinFactY="947" custLinFactNeighborX="4583" custLinFactNeighborY="1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ale di divieto con riempimento a tinta unita"/>
        </a:ext>
      </dgm:extLst>
    </dgm:pt>
    <dgm:pt modelId="{56813F17-BC39-4120-A7E3-0FBEE6F681CF}" type="pres">
      <dgm:prSet presAssocID="{15E2699D-5ED3-423E-B03B-BE23C36FAF1D}" presName="spaceRect" presStyleCnt="0"/>
      <dgm:spPr/>
    </dgm:pt>
    <dgm:pt modelId="{186E8014-19EF-4381-A209-966D662CEAE2}" type="pres">
      <dgm:prSet presAssocID="{15E2699D-5ED3-423E-B03B-BE23C36FAF1D}" presName="parTx" presStyleLbl="revTx" presStyleIdx="1" presStyleCnt="2" custLinFactNeighborY="54151">
        <dgm:presLayoutVars>
          <dgm:chMax val="0"/>
          <dgm:chPref val="0"/>
        </dgm:presLayoutVars>
      </dgm:prSet>
      <dgm:spPr/>
    </dgm:pt>
  </dgm:ptLst>
  <dgm:cxnLst>
    <dgm:cxn modelId="{8153E819-E5E3-4A65-A4A4-E5EDC0A5994D}" type="presOf" srcId="{15E2699D-5ED3-423E-B03B-BE23C36FAF1D}" destId="{186E8014-19EF-4381-A209-966D662CEAE2}" srcOrd="0" destOrd="0" presId="urn:microsoft.com/office/officeart/2018/2/layout/IconVerticalSolidList"/>
    <dgm:cxn modelId="{0E73F932-5B93-47FB-87B5-92196211A36F}" type="presOf" srcId="{EC5FD00F-4039-465D-9AF8-FE1F1A6D59DD}" destId="{7F5C704F-90E1-4298-AF66-4762937637AB}" srcOrd="0" destOrd="0" presId="urn:microsoft.com/office/officeart/2018/2/layout/IconVerticalSolidList"/>
    <dgm:cxn modelId="{BB63B2A7-17E5-44C5-A664-459525A11446}" srcId="{EC5FD00F-4039-465D-9AF8-FE1F1A6D59DD}" destId="{F9EA539D-BE89-4C5F-A8C6-A239948BC1CF}" srcOrd="0" destOrd="0" parTransId="{9D5AD838-B590-4685-A2F0-DBBDCBC0B22D}" sibTransId="{CF43955C-8DCF-46B2-9136-898C9D4B5261}"/>
    <dgm:cxn modelId="{D347DDEA-2871-41F8-8497-A5423AFEB28B}" srcId="{EC5FD00F-4039-465D-9AF8-FE1F1A6D59DD}" destId="{15E2699D-5ED3-423E-B03B-BE23C36FAF1D}" srcOrd="1" destOrd="0" parTransId="{531A9A82-F92E-4EA9-A205-312715ACB8C5}" sibTransId="{908783F7-D70B-4BE2-8FBB-5F00917BC472}"/>
    <dgm:cxn modelId="{3D4C5AF2-C000-41DE-A363-5845050727C9}" type="presOf" srcId="{F9EA539D-BE89-4C5F-A8C6-A239948BC1CF}" destId="{508CC69D-0114-467F-AD9B-D7745BB77975}" srcOrd="0" destOrd="0" presId="urn:microsoft.com/office/officeart/2018/2/layout/IconVerticalSolidList"/>
    <dgm:cxn modelId="{D1019D6B-BEDB-42C2-A5F4-E4C94893945F}" type="presParOf" srcId="{7F5C704F-90E1-4298-AF66-4762937637AB}" destId="{57A4650A-B2DA-498D-80B3-5894AB41582C}" srcOrd="0" destOrd="0" presId="urn:microsoft.com/office/officeart/2018/2/layout/IconVerticalSolidList"/>
    <dgm:cxn modelId="{84996303-B841-4A4D-9981-5CD8E1756852}" type="presParOf" srcId="{57A4650A-B2DA-498D-80B3-5894AB41582C}" destId="{93F2462F-DB97-4DEA-9A78-BB9D1D0C9764}" srcOrd="0" destOrd="0" presId="urn:microsoft.com/office/officeart/2018/2/layout/IconVerticalSolidList"/>
    <dgm:cxn modelId="{A3B8B5E6-0319-48CA-8EAA-E0F4C64D9B3D}" type="presParOf" srcId="{57A4650A-B2DA-498D-80B3-5894AB41582C}" destId="{7479D0B8-7177-4F31-9B98-4EE9518526D5}" srcOrd="1" destOrd="0" presId="urn:microsoft.com/office/officeart/2018/2/layout/IconVerticalSolidList"/>
    <dgm:cxn modelId="{C18E6C26-4669-412B-A04E-F14DC741B60F}" type="presParOf" srcId="{57A4650A-B2DA-498D-80B3-5894AB41582C}" destId="{351DF5E9-161A-4171-802E-7946948C2E53}" srcOrd="2" destOrd="0" presId="urn:microsoft.com/office/officeart/2018/2/layout/IconVerticalSolidList"/>
    <dgm:cxn modelId="{84FA81F9-7097-4E52-B30C-F61F39AFE117}" type="presParOf" srcId="{57A4650A-B2DA-498D-80B3-5894AB41582C}" destId="{508CC69D-0114-467F-AD9B-D7745BB77975}" srcOrd="3" destOrd="0" presId="urn:microsoft.com/office/officeart/2018/2/layout/IconVerticalSolidList"/>
    <dgm:cxn modelId="{65D6FD1C-86E6-4CB9-8A94-E5422900A243}" type="presParOf" srcId="{7F5C704F-90E1-4298-AF66-4762937637AB}" destId="{AEFC937D-D8F3-4D85-B76D-B7207C8C636B}" srcOrd="1" destOrd="0" presId="urn:microsoft.com/office/officeart/2018/2/layout/IconVerticalSolidList"/>
    <dgm:cxn modelId="{33050813-8419-4CBF-827E-6F355960140C}" type="presParOf" srcId="{7F5C704F-90E1-4298-AF66-4762937637AB}" destId="{AAAC98B9-EC67-4CF3-97DD-7AA392C7B665}" srcOrd="2" destOrd="0" presId="urn:microsoft.com/office/officeart/2018/2/layout/IconVerticalSolidList"/>
    <dgm:cxn modelId="{49F2B691-4E4C-46C7-A976-2EF4851D1392}" type="presParOf" srcId="{AAAC98B9-EC67-4CF3-97DD-7AA392C7B665}" destId="{8CB103F5-1E3C-469D-93C9-E405C05C0FCA}" srcOrd="0" destOrd="0" presId="urn:microsoft.com/office/officeart/2018/2/layout/IconVerticalSolidList"/>
    <dgm:cxn modelId="{D9E09C19-8A9C-4A6C-96CA-73CF82C0EC79}" type="presParOf" srcId="{AAAC98B9-EC67-4CF3-97DD-7AA392C7B665}" destId="{169B7499-C792-46E1-AC4A-872798C6DB2C}" srcOrd="1" destOrd="0" presId="urn:microsoft.com/office/officeart/2018/2/layout/IconVerticalSolidList"/>
    <dgm:cxn modelId="{89A9C51E-039A-438E-AB08-6EA518100F55}" type="presParOf" srcId="{AAAC98B9-EC67-4CF3-97DD-7AA392C7B665}" destId="{56813F17-BC39-4120-A7E3-0FBEE6F681CF}" srcOrd="2" destOrd="0" presId="urn:microsoft.com/office/officeart/2018/2/layout/IconVerticalSolidList"/>
    <dgm:cxn modelId="{9967CB7F-9FB7-46E8-A720-0F038713583C}" type="presParOf" srcId="{AAAC98B9-EC67-4CF3-97DD-7AA392C7B665}" destId="{186E8014-19EF-4381-A209-966D662CEA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5FD00F-4039-465D-9AF8-FE1F1A6D59D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EA539D-BE89-4C5F-A8C6-A239948BC1C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>
              <a:solidFill>
                <a:schemeClr val="bg1"/>
              </a:solidFill>
            </a:rPr>
            <a:t>Massimo una partenza per città</a:t>
          </a:r>
          <a:endParaRPr lang="en-US" b="1" dirty="0">
            <a:solidFill>
              <a:schemeClr val="bg1"/>
            </a:solidFill>
          </a:endParaRPr>
        </a:p>
      </dgm:t>
    </dgm:pt>
    <dgm:pt modelId="{9D5AD838-B590-4685-A2F0-DBBDCBC0B22D}" type="parTrans" cxnId="{BB63B2A7-17E5-44C5-A664-459525A11446}">
      <dgm:prSet/>
      <dgm:spPr/>
      <dgm:t>
        <a:bodyPr/>
        <a:lstStyle/>
        <a:p>
          <a:endParaRPr lang="en-US"/>
        </a:p>
      </dgm:t>
    </dgm:pt>
    <dgm:pt modelId="{CF43955C-8DCF-46B2-9136-898C9D4B5261}" type="sibTrans" cxnId="{BB63B2A7-17E5-44C5-A664-459525A11446}">
      <dgm:prSet/>
      <dgm:spPr/>
      <dgm:t>
        <a:bodyPr/>
        <a:lstStyle/>
        <a:p>
          <a:endParaRPr lang="en-US"/>
        </a:p>
      </dgm:t>
    </dgm:pt>
    <dgm:pt modelId="{15E2699D-5ED3-423E-B03B-BE23C36FAF1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>
              <a:solidFill>
                <a:schemeClr val="bg1"/>
              </a:solidFill>
            </a:rPr>
            <a:t>Ad ogni arrivo in una città corrisponde una partenza</a:t>
          </a:r>
          <a:endParaRPr lang="en-US" b="1" dirty="0">
            <a:solidFill>
              <a:schemeClr val="bg1"/>
            </a:solidFill>
          </a:endParaRPr>
        </a:p>
      </dgm:t>
    </dgm:pt>
    <dgm:pt modelId="{531A9A82-F92E-4EA9-A205-312715ACB8C5}" type="parTrans" cxnId="{D347DDEA-2871-41F8-8497-A5423AFEB28B}">
      <dgm:prSet/>
      <dgm:spPr/>
      <dgm:t>
        <a:bodyPr/>
        <a:lstStyle/>
        <a:p>
          <a:endParaRPr lang="en-US"/>
        </a:p>
      </dgm:t>
    </dgm:pt>
    <dgm:pt modelId="{908783F7-D70B-4BE2-8FBB-5F00917BC472}" type="sibTrans" cxnId="{D347DDEA-2871-41F8-8497-A5423AFEB28B}">
      <dgm:prSet/>
      <dgm:spPr/>
      <dgm:t>
        <a:bodyPr/>
        <a:lstStyle/>
        <a:p>
          <a:endParaRPr lang="en-US"/>
        </a:p>
      </dgm:t>
    </dgm:pt>
    <dgm:pt modelId="{7F5C704F-90E1-4298-AF66-4762937637AB}" type="pres">
      <dgm:prSet presAssocID="{EC5FD00F-4039-465D-9AF8-FE1F1A6D59DD}" presName="root" presStyleCnt="0">
        <dgm:presLayoutVars>
          <dgm:dir/>
          <dgm:resizeHandles val="exact"/>
        </dgm:presLayoutVars>
      </dgm:prSet>
      <dgm:spPr/>
    </dgm:pt>
    <dgm:pt modelId="{57A4650A-B2DA-498D-80B3-5894AB41582C}" type="pres">
      <dgm:prSet presAssocID="{F9EA539D-BE89-4C5F-A8C6-A239948BC1CF}" presName="compNode" presStyleCnt="0"/>
      <dgm:spPr/>
    </dgm:pt>
    <dgm:pt modelId="{93F2462F-DB97-4DEA-9A78-BB9D1D0C9764}" type="pres">
      <dgm:prSet presAssocID="{F9EA539D-BE89-4C5F-A8C6-A239948BC1CF}" presName="bgRect" presStyleLbl="bgShp" presStyleIdx="0" presStyleCnt="2" custLinFactNeighborX="686" custLinFactNeighborY="-53775"/>
      <dgm:spPr>
        <a:solidFill>
          <a:schemeClr val="accent2"/>
        </a:solidFill>
      </dgm:spPr>
    </dgm:pt>
    <dgm:pt modelId="{7479D0B8-7177-4F31-9B98-4EE9518526D5}" type="pres">
      <dgm:prSet presAssocID="{F9EA539D-BE89-4C5F-A8C6-A239948BC1CF}" presName="iconRect" presStyleLbl="node1" presStyleIdx="0" presStyleCnt="2" custLinFactY="-5752" custLinFactNeighborX="3604" custLinFactNeighborY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solidFill>
            <a:schemeClr val="bg1"/>
          </a:solidFill>
        </a:ln>
      </dgm:spPr>
      <dgm:extLst>
        <a:ext uri="{E40237B7-FDA0-4F09-8148-C483321AD2D9}">
          <dgm14:cNvPr xmlns:dgm14="http://schemas.microsoft.com/office/drawing/2010/diagram" id="0" name="" descr="Città con riempimento a tinta unita"/>
        </a:ext>
      </dgm:extLst>
    </dgm:pt>
    <dgm:pt modelId="{351DF5E9-161A-4171-802E-7946948C2E53}" type="pres">
      <dgm:prSet presAssocID="{F9EA539D-BE89-4C5F-A8C6-A239948BC1CF}" presName="spaceRect" presStyleCnt="0"/>
      <dgm:spPr/>
    </dgm:pt>
    <dgm:pt modelId="{508CC69D-0114-467F-AD9B-D7745BB77975}" type="pres">
      <dgm:prSet presAssocID="{F9EA539D-BE89-4C5F-A8C6-A239948BC1CF}" presName="parTx" presStyleLbl="revTx" presStyleIdx="0" presStyleCnt="2" custLinFactNeighborX="-464" custLinFactNeighborY="-56411">
        <dgm:presLayoutVars>
          <dgm:chMax val="0"/>
          <dgm:chPref val="0"/>
        </dgm:presLayoutVars>
      </dgm:prSet>
      <dgm:spPr/>
    </dgm:pt>
    <dgm:pt modelId="{AEFC937D-D8F3-4D85-B76D-B7207C8C636B}" type="pres">
      <dgm:prSet presAssocID="{CF43955C-8DCF-46B2-9136-898C9D4B5261}" presName="sibTrans" presStyleCnt="0"/>
      <dgm:spPr/>
    </dgm:pt>
    <dgm:pt modelId="{AAAC98B9-EC67-4CF3-97DD-7AA392C7B665}" type="pres">
      <dgm:prSet presAssocID="{15E2699D-5ED3-423E-B03B-BE23C36FAF1D}" presName="compNode" presStyleCnt="0"/>
      <dgm:spPr/>
    </dgm:pt>
    <dgm:pt modelId="{8CB103F5-1E3C-469D-93C9-E405C05C0FCA}" type="pres">
      <dgm:prSet presAssocID="{15E2699D-5ED3-423E-B03B-BE23C36FAF1D}" presName="bgRect" presStyleLbl="bgShp" presStyleIdx="1" presStyleCnt="2" custLinFactNeighborY="54151"/>
      <dgm:spPr>
        <a:solidFill>
          <a:schemeClr val="accent2"/>
        </a:solidFill>
      </dgm:spPr>
    </dgm:pt>
    <dgm:pt modelId="{169B7499-C792-46E1-AC4A-872798C6DB2C}" type="pres">
      <dgm:prSet presAssocID="{15E2699D-5ED3-423E-B03B-BE23C36FAF1D}" presName="iconRect" presStyleLbl="node1" presStyleIdx="1" presStyleCnt="2" custLinFactY="947" custLinFactNeighborX="4583" custLinFactNeighborY="1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ollo con riempimento a tinta unita"/>
        </a:ext>
      </dgm:extLst>
    </dgm:pt>
    <dgm:pt modelId="{56813F17-BC39-4120-A7E3-0FBEE6F681CF}" type="pres">
      <dgm:prSet presAssocID="{15E2699D-5ED3-423E-B03B-BE23C36FAF1D}" presName="spaceRect" presStyleCnt="0"/>
      <dgm:spPr/>
    </dgm:pt>
    <dgm:pt modelId="{186E8014-19EF-4381-A209-966D662CEAE2}" type="pres">
      <dgm:prSet presAssocID="{15E2699D-5ED3-423E-B03B-BE23C36FAF1D}" presName="parTx" presStyleLbl="revTx" presStyleIdx="1" presStyleCnt="2" custLinFactNeighborY="54151">
        <dgm:presLayoutVars>
          <dgm:chMax val="0"/>
          <dgm:chPref val="0"/>
        </dgm:presLayoutVars>
      </dgm:prSet>
      <dgm:spPr/>
    </dgm:pt>
  </dgm:ptLst>
  <dgm:cxnLst>
    <dgm:cxn modelId="{8153E819-E5E3-4A65-A4A4-E5EDC0A5994D}" type="presOf" srcId="{15E2699D-5ED3-423E-B03B-BE23C36FAF1D}" destId="{186E8014-19EF-4381-A209-966D662CEAE2}" srcOrd="0" destOrd="0" presId="urn:microsoft.com/office/officeart/2018/2/layout/IconVerticalSolidList"/>
    <dgm:cxn modelId="{0E73F932-5B93-47FB-87B5-92196211A36F}" type="presOf" srcId="{EC5FD00F-4039-465D-9AF8-FE1F1A6D59DD}" destId="{7F5C704F-90E1-4298-AF66-4762937637AB}" srcOrd="0" destOrd="0" presId="urn:microsoft.com/office/officeart/2018/2/layout/IconVerticalSolidList"/>
    <dgm:cxn modelId="{BB63B2A7-17E5-44C5-A664-459525A11446}" srcId="{EC5FD00F-4039-465D-9AF8-FE1F1A6D59DD}" destId="{F9EA539D-BE89-4C5F-A8C6-A239948BC1CF}" srcOrd="0" destOrd="0" parTransId="{9D5AD838-B590-4685-A2F0-DBBDCBC0B22D}" sibTransId="{CF43955C-8DCF-46B2-9136-898C9D4B5261}"/>
    <dgm:cxn modelId="{D347DDEA-2871-41F8-8497-A5423AFEB28B}" srcId="{EC5FD00F-4039-465D-9AF8-FE1F1A6D59DD}" destId="{15E2699D-5ED3-423E-B03B-BE23C36FAF1D}" srcOrd="1" destOrd="0" parTransId="{531A9A82-F92E-4EA9-A205-312715ACB8C5}" sibTransId="{908783F7-D70B-4BE2-8FBB-5F00917BC472}"/>
    <dgm:cxn modelId="{3D4C5AF2-C000-41DE-A363-5845050727C9}" type="presOf" srcId="{F9EA539D-BE89-4C5F-A8C6-A239948BC1CF}" destId="{508CC69D-0114-467F-AD9B-D7745BB77975}" srcOrd="0" destOrd="0" presId="urn:microsoft.com/office/officeart/2018/2/layout/IconVerticalSolidList"/>
    <dgm:cxn modelId="{D1019D6B-BEDB-42C2-A5F4-E4C94893945F}" type="presParOf" srcId="{7F5C704F-90E1-4298-AF66-4762937637AB}" destId="{57A4650A-B2DA-498D-80B3-5894AB41582C}" srcOrd="0" destOrd="0" presId="urn:microsoft.com/office/officeart/2018/2/layout/IconVerticalSolidList"/>
    <dgm:cxn modelId="{84996303-B841-4A4D-9981-5CD8E1756852}" type="presParOf" srcId="{57A4650A-B2DA-498D-80B3-5894AB41582C}" destId="{93F2462F-DB97-4DEA-9A78-BB9D1D0C9764}" srcOrd="0" destOrd="0" presId="urn:microsoft.com/office/officeart/2018/2/layout/IconVerticalSolidList"/>
    <dgm:cxn modelId="{A3B8B5E6-0319-48CA-8EAA-E0F4C64D9B3D}" type="presParOf" srcId="{57A4650A-B2DA-498D-80B3-5894AB41582C}" destId="{7479D0B8-7177-4F31-9B98-4EE9518526D5}" srcOrd="1" destOrd="0" presId="urn:microsoft.com/office/officeart/2018/2/layout/IconVerticalSolidList"/>
    <dgm:cxn modelId="{C18E6C26-4669-412B-A04E-F14DC741B60F}" type="presParOf" srcId="{57A4650A-B2DA-498D-80B3-5894AB41582C}" destId="{351DF5E9-161A-4171-802E-7946948C2E53}" srcOrd="2" destOrd="0" presId="urn:microsoft.com/office/officeart/2018/2/layout/IconVerticalSolidList"/>
    <dgm:cxn modelId="{84FA81F9-7097-4E52-B30C-F61F39AFE117}" type="presParOf" srcId="{57A4650A-B2DA-498D-80B3-5894AB41582C}" destId="{508CC69D-0114-467F-AD9B-D7745BB77975}" srcOrd="3" destOrd="0" presId="urn:microsoft.com/office/officeart/2018/2/layout/IconVerticalSolidList"/>
    <dgm:cxn modelId="{65D6FD1C-86E6-4CB9-8A94-E5422900A243}" type="presParOf" srcId="{7F5C704F-90E1-4298-AF66-4762937637AB}" destId="{AEFC937D-D8F3-4D85-B76D-B7207C8C636B}" srcOrd="1" destOrd="0" presId="urn:microsoft.com/office/officeart/2018/2/layout/IconVerticalSolidList"/>
    <dgm:cxn modelId="{33050813-8419-4CBF-827E-6F355960140C}" type="presParOf" srcId="{7F5C704F-90E1-4298-AF66-4762937637AB}" destId="{AAAC98B9-EC67-4CF3-97DD-7AA392C7B665}" srcOrd="2" destOrd="0" presId="urn:microsoft.com/office/officeart/2018/2/layout/IconVerticalSolidList"/>
    <dgm:cxn modelId="{49F2B691-4E4C-46C7-A976-2EF4851D1392}" type="presParOf" srcId="{AAAC98B9-EC67-4CF3-97DD-7AA392C7B665}" destId="{8CB103F5-1E3C-469D-93C9-E405C05C0FCA}" srcOrd="0" destOrd="0" presId="urn:microsoft.com/office/officeart/2018/2/layout/IconVerticalSolidList"/>
    <dgm:cxn modelId="{D9E09C19-8A9C-4A6C-96CA-73CF82C0EC79}" type="presParOf" srcId="{AAAC98B9-EC67-4CF3-97DD-7AA392C7B665}" destId="{169B7499-C792-46E1-AC4A-872798C6DB2C}" srcOrd="1" destOrd="0" presId="urn:microsoft.com/office/officeart/2018/2/layout/IconVerticalSolidList"/>
    <dgm:cxn modelId="{89A9C51E-039A-438E-AB08-6EA518100F55}" type="presParOf" srcId="{AAAC98B9-EC67-4CF3-97DD-7AA392C7B665}" destId="{56813F17-BC39-4120-A7E3-0FBEE6F681CF}" srcOrd="2" destOrd="0" presId="urn:microsoft.com/office/officeart/2018/2/layout/IconVerticalSolidList"/>
    <dgm:cxn modelId="{9967CB7F-9FB7-46E8-A720-0F038713583C}" type="presParOf" srcId="{AAAC98B9-EC67-4CF3-97DD-7AA392C7B665}" destId="{186E8014-19EF-4381-A209-966D662CEA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F9E923-579A-42B2-9B91-92B30B3649FA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CC912530-184A-4A29-B137-047384B970A7}">
      <dgm:prSet phldrT="[Testo]" custT="1"/>
      <dgm:spPr>
        <a:solidFill>
          <a:schemeClr val="accent2"/>
        </a:solidFill>
      </dgm:spPr>
      <dgm:t>
        <a:bodyPr/>
        <a:lstStyle/>
        <a:p>
          <a:pPr algn="ctr"/>
          <a:r>
            <a:rPr lang="it-IT" sz="2800" b="1" dirty="0"/>
            <a:t>Tempo consentito 788 minuti</a:t>
          </a:r>
        </a:p>
      </dgm:t>
    </dgm:pt>
    <dgm:pt modelId="{C7F9B4B8-815F-4F02-8FCA-C6ACD6CEEC76}" type="parTrans" cxnId="{53CA598F-07F8-4C9F-BA5F-49A77FEB3365}">
      <dgm:prSet/>
      <dgm:spPr/>
      <dgm:t>
        <a:bodyPr/>
        <a:lstStyle/>
        <a:p>
          <a:endParaRPr lang="it-IT"/>
        </a:p>
      </dgm:t>
    </dgm:pt>
    <dgm:pt modelId="{1EB19E00-35CC-49FE-B935-7009A880B401}" type="sibTrans" cxnId="{53CA598F-07F8-4C9F-BA5F-49A77FEB3365}">
      <dgm:prSet/>
      <dgm:spPr/>
      <dgm:t>
        <a:bodyPr/>
        <a:lstStyle/>
        <a:p>
          <a:endParaRPr lang="it-IT"/>
        </a:p>
      </dgm:t>
    </dgm:pt>
    <dgm:pt modelId="{D31574D6-498A-40B6-B9B2-EDBAB236F613}">
      <dgm:prSet phldrT="[Testo]" custT="1"/>
      <dgm:spPr>
        <a:solidFill>
          <a:schemeClr val="accent2"/>
        </a:solidFill>
      </dgm:spPr>
      <dgm:t>
        <a:bodyPr/>
        <a:lstStyle/>
        <a:p>
          <a:pPr algn="ctr"/>
          <a:r>
            <a:rPr lang="it-IT" sz="2800" b="1" dirty="0"/>
            <a:t>Aumento del costo di 1€</a:t>
          </a:r>
        </a:p>
      </dgm:t>
    </dgm:pt>
    <dgm:pt modelId="{D7ADC911-34A4-4A19-9C21-282B80B67A17}" type="parTrans" cxnId="{D618D7E8-0F11-4FD7-9F72-548F1BEA1A3F}">
      <dgm:prSet/>
      <dgm:spPr/>
      <dgm:t>
        <a:bodyPr/>
        <a:lstStyle/>
        <a:p>
          <a:endParaRPr lang="it-IT"/>
        </a:p>
      </dgm:t>
    </dgm:pt>
    <dgm:pt modelId="{39AE9B83-4DAF-4906-BE27-D9BF431E0133}" type="sibTrans" cxnId="{D618D7E8-0F11-4FD7-9F72-548F1BEA1A3F}">
      <dgm:prSet/>
      <dgm:spPr/>
      <dgm:t>
        <a:bodyPr/>
        <a:lstStyle/>
        <a:p>
          <a:endParaRPr lang="it-IT"/>
        </a:p>
      </dgm:t>
    </dgm:pt>
    <dgm:pt modelId="{FBB02C2D-04BE-4AA3-8ED2-31FFD15611B8}">
      <dgm:prSet phldrT="[Testo]" custT="1"/>
      <dgm:spPr>
        <a:solidFill>
          <a:schemeClr val="accent2"/>
        </a:solidFill>
      </dgm:spPr>
      <dgm:t>
        <a:bodyPr/>
        <a:lstStyle/>
        <a:p>
          <a:pPr algn="ctr"/>
          <a:r>
            <a:rPr lang="it-IT" sz="2800" b="1" dirty="0"/>
            <a:t>Cambiano le tappe del viaggio</a:t>
          </a:r>
        </a:p>
      </dgm:t>
    </dgm:pt>
    <dgm:pt modelId="{3D94A33F-D0CB-44D0-A08D-29011A3E65D9}" type="parTrans" cxnId="{102DD4DB-CD9B-4309-BEA3-D896CB219342}">
      <dgm:prSet/>
      <dgm:spPr/>
      <dgm:t>
        <a:bodyPr/>
        <a:lstStyle/>
        <a:p>
          <a:endParaRPr lang="it-IT"/>
        </a:p>
      </dgm:t>
    </dgm:pt>
    <dgm:pt modelId="{DFCD173A-EE4B-4911-9296-42425B6B0459}" type="sibTrans" cxnId="{102DD4DB-CD9B-4309-BEA3-D896CB219342}">
      <dgm:prSet/>
      <dgm:spPr/>
      <dgm:t>
        <a:bodyPr/>
        <a:lstStyle/>
        <a:p>
          <a:endParaRPr lang="it-IT"/>
        </a:p>
      </dgm:t>
    </dgm:pt>
    <dgm:pt modelId="{D3E6DAB8-AFDB-4657-8BD8-967022FC19B6}" type="pres">
      <dgm:prSet presAssocID="{00F9E923-579A-42B2-9B91-92B30B3649FA}" presName="linear" presStyleCnt="0">
        <dgm:presLayoutVars>
          <dgm:dir/>
          <dgm:resizeHandles val="exact"/>
        </dgm:presLayoutVars>
      </dgm:prSet>
      <dgm:spPr/>
    </dgm:pt>
    <dgm:pt modelId="{5DD21B83-59BC-48BF-9AB8-98449CB318AA}" type="pres">
      <dgm:prSet presAssocID="{CC912530-184A-4A29-B137-047384B970A7}" presName="comp" presStyleCnt="0"/>
      <dgm:spPr/>
    </dgm:pt>
    <dgm:pt modelId="{D1F39696-F296-4BB0-9B0F-26CDA5633822}" type="pres">
      <dgm:prSet presAssocID="{CC912530-184A-4A29-B137-047384B970A7}" presName="box" presStyleLbl="node1" presStyleIdx="0" presStyleCnt="3"/>
      <dgm:spPr/>
    </dgm:pt>
    <dgm:pt modelId="{2A633507-04F1-43F8-AFF9-E8BAE9DC3B27}" type="pres">
      <dgm:prSet presAssocID="{CC912530-184A-4A29-B137-047384B970A7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4000" b="-4000"/>
          </a:stretch>
        </a:blipFill>
      </dgm:spPr>
      <dgm:extLst>
        <a:ext uri="{E40237B7-FDA0-4F09-8148-C483321AD2D9}">
          <dgm14:cNvPr xmlns:dgm14="http://schemas.microsoft.com/office/drawing/2010/diagram" id="0" name="" descr="Clessidra 30% con riempimento a tinta unita"/>
        </a:ext>
      </dgm:extLst>
    </dgm:pt>
    <dgm:pt modelId="{1FBF9769-A53C-48ED-B2CF-7A886057C44B}" type="pres">
      <dgm:prSet presAssocID="{CC912530-184A-4A29-B137-047384B970A7}" presName="text" presStyleLbl="node1" presStyleIdx="0" presStyleCnt="3">
        <dgm:presLayoutVars>
          <dgm:bulletEnabled val="1"/>
        </dgm:presLayoutVars>
      </dgm:prSet>
      <dgm:spPr/>
    </dgm:pt>
    <dgm:pt modelId="{72182D7F-392A-4C2F-8C55-3C06CE7475C1}" type="pres">
      <dgm:prSet presAssocID="{1EB19E00-35CC-49FE-B935-7009A880B401}" presName="spacer" presStyleCnt="0"/>
      <dgm:spPr/>
    </dgm:pt>
    <dgm:pt modelId="{0DE99C4E-6606-4049-B75F-DFAE25A5549E}" type="pres">
      <dgm:prSet presAssocID="{D31574D6-498A-40B6-B9B2-EDBAB236F613}" presName="comp" presStyleCnt="0"/>
      <dgm:spPr/>
    </dgm:pt>
    <dgm:pt modelId="{569DC911-A10B-4C77-95B7-57671A4FF94E}" type="pres">
      <dgm:prSet presAssocID="{D31574D6-498A-40B6-B9B2-EDBAB236F613}" presName="box" presStyleLbl="node1" presStyleIdx="1" presStyleCnt="3"/>
      <dgm:spPr/>
    </dgm:pt>
    <dgm:pt modelId="{988A91FD-FE79-48B7-8191-A564448F871F}" type="pres">
      <dgm:prSet presAssocID="{D31574D6-498A-40B6-B9B2-EDBAB236F613}" presName="img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4000" b="-4000"/>
          </a:stretch>
        </a:blipFill>
      </dgm:spPr>
      <dgm:extLst>
        <a:ext uri="{E40237B7-FDA0-4F09-8148-C483321AD2D9}">
          <dgm14:cNvPr xmlns:dgm14="http://schemas.microsoft.com/office/drawing/2010/diagram" id="0" name="" descr="Euro con riempimento a tinta unita"/>
        </a:ext>
      </dgm:extLst>
    </dgm:pt>
    <dgm:pt modelId="{BDFF5657-D17D-4391-A309-BF7574E6E83C}" type="pres">
      <dgm:prSet presAssocID="{D31574D6-498A-40B6-B9B2-EDBAB236F613}" presName="text" presStyleLbl="node1" presStyleIdx="1" presStyleCnt="3">
        <dgm:presLayoutVars>
          <dgm:bulletEnabled val="1"/>
        </dgm:presLayoutVars>
      </dgm:prSet>
      <dgm:spPr/>
    </dgm:pt>
    <dgm:pt modelId="{D02948A6-CE2B-4123-9F64-54185718C6D5}" type="pres">
      <dgm:prSet presAssocID="{39AE9B83-4DAF-4906-BE27-D9BF431E0133}" presName="spacer" presStyleCnt="0"/>
      <dgm:spPr/>
    </dgm:pt>
    <dgm:pt modelId="{3A31DE72-DA71-4CCA-914A-0DEF887BAA91}" type="pres">
      <dgm:prSet presAssocID="{FBB02C2D-04BE-4AA3-8ED2-31FFD15611B8}" presName="comp" presStyleCnt="0"/>
      <dgm:spPr/>
    </dgm:pt>
    <dgm:pt modelId="{CD7D9724-0707-4612-BED3-AA3B2946EB52}" type="pres">
      <dgm:prSet presAssocID="{FBB02C2D-04BE-4AA3-8ED2-31FFD15611B8}" presName="box" presStyleLbl="node1" presStyleIdx="2" presStyleCnt="3"/>
      <dgm:spPr/>
    </dgm:pt>
    <dgm:pt modelId="{A0463CCE-C43A-4D03-9051-3B17284DACF1}" type="pres">
      <dgm:prSet presAssocID="{FBB02C2D-04BE-4AA3-8ED2-31FFD15611B8}" presName="img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4000" b="-4000"/>
          </a:stretch>
        </a:blipFill>
      </dgm:spPr>
      <dgm:extLst>
        <a:ext uri="{E40237B7-FDA0-4F09-8148-C483321AD2D9}">
          <dgm14:cNvPr xmlns:dgm14="http://schemas.microsoft.com/office/drawing/2010/diagram" id="0" name="" descr="Strada con due vie con un sentiero con riempimento a tinta unita"/>
        </a:ext>
      </dgm:extLst>
    </dgm:pt>
    <dgm:pt modelId="{3AFE2683-1DD6-4F70-B8B3-9055F971839F}" type="pres">
      <dgm:prSet presAssocID="{FBB02C2D-04BE-4AA3-8ED2-31FFD15611B8}" presName="text" presStyleLbl="node1" presStyleIdx="2" presStyleCnt="3">
        <dgm:presLayoutVars>
          <dgm:bulletEnabled val="1"/>
        </dgm:presLayoutVars>
      </dgm:prSet>
      <dgm:spPr/>
    </dgm:pt>
  </dgm:ptLst>
  <dgm:cxnLst>
    <dgm:cxn modelId="{72774445-1BA7-4065-AFE7-9512575D43CD}" type="presOf" srcId="{FBB02C2D-04BE-4AA3-8ED2-31FFD15611B8}" destId="{3AFE2683-1DD6-4F70-B8B3-9055F971839F}" srcOrd="1" destOrd="0" presId="urn:microsoft.com/office/officeart/2005/8/layout/vList4"/>
    <dgm:cxn modelId="{065C2C4B-C1EA-489A-A5A1-14C863907119}" type="presOf" srcId="{D31574D6-498A-40B6-B9B2-EDBAB236F613}" destId="{BDFF5657-D17D-4391-A309-BF7574E6E83C}" srcOrd="1" destOrd="0" presId="urn:microsoft.com/office/officeart/2005/8/layout/vList4"/>
    <dgm:cxn modelId="{6014528B-FDD7-423E-BF8F-45FE269FAC12}" type="presOf" srcId="{00F9E923-579A-42B2-9B91-92B30B3649FA}" destId="{D3E6DAB8-AFDB-4657-8BD8-967022FC19B6}" srcOrd="0" destOrd="0" presId="urn:microsoft.com/office/officeart/2005/8/layout/vList4"/>
    <dgm:cxn modelId="{53CA598F-07F8-4C9F-BA5F-49A77FEB3365}" srcId="{00F9E923-579A-42B2-9B91-92B30B3649FA}" destId="{CC912530-184A-4A29-B137-047384B970A7}" srcOrd="0" destOrd="0" parTransId="{C7F9B4B8-815F-4F02-8FCA-C6ACD6CEEC76}" sibTransId="{1EB19E00-35CC-49FE-B935-7009A880B401}"/>
    <dgm:cxn modelId="{69A1FBB9-2628-46B4-9EED-7BC1BF5EC8D0}" type="presOf" srcId="{FBB02C2D-04BE-4AA3-8ED2-31FFD15611B8}" destId="{CD7D9724-0707-4612-BED3-AA3B2946EB52}" srcOrd="0" destOrd="0" presId="urn:microsoft.com/office/officeart/2005/8/layout/vList4"/>
    <dgm:cxn modelId="{5D9702DA-43F9-4D8A-A271-5A25E86C68AA}" type="presOf" srcId="{CC912530-184A-4A29-B137-047384B970A7}" destId="{D1F39696-F296-4BB0-9B0F-26CDA5633822}" srcOrd="0" destOrd="0" presId="urn:microsoft.com/office/officeart/2005/8/layout/vList4"/>
    <dgm:cxn modelId="{102DD4DB-CD9B-4309-BEA3-D896CB219342}" srcId="{00F9E923-579A-42B2-9B91-92B30B3649FA}" destId="{FBB02C2D-04BE-4AA3-8ED2-31FFD15611B8}" srcOrd="2" destOrd="0" parTransId="{3D94A33F-D0CB-44D0-A08D-29011A3E65D9}" sibTransId="{DFCD173A-EE4B-4911-9296-42425B6B0459}"/>
    <dgm:cxn modelId="{882C18DD-4E5B-4B10-B5BC-CC2712F38743}" type="presOf" srcId="{D31574D6-498A-40B6-B9B2-EDBAB236F613}" destId="{569DC911-A10B-4C77-95B7-57671A4FF94E}" srcOrd="0" destOrd="0" presId="urn:microsoft.com/office/officeart/2005/8/layout/vList4"/>
    <dgm:cxn modelId="{D618D7E8-0F11-4FD7-9F72-548F1BEA1A3F}" srcId="{00F9E923-579A-42B2-9B91-92B30B3649FA}" destId="{D31574D6-498A-40B6-B9B2-EDBAB236F613}" srcOrd="1" destOrd="0" parTransId="{D7ADC911-34A4-4A19-9C21-282B80B67A17}" sibTransId="{39AE9B83-4DAF-4906-BE27-D9BF431E0133}"/>
    <dgm:cxn modelId="{B9002EF4-AD47-4430-A826-FC869F1DFA15}" type="presOf" srcId="{CC912530-184A-4A29-B137-047384B970A7}" destId="{1FBF9769-A53C-48ED-B2CF-7A886057C44B}" srcOrd="1" destOrd="0" presId="urn:microsoft.com/office/officeart/2005/8/layout/vList4"/>
    <dgm:cxn modelId="{830E71BA-0007-4B1C-803C-B0583919A7B8}" type="presParOf" srcId="{D3E6DAB8-AFDB-4657-8BD8-967022FC19B6}" destId="{5DD21B83-59BC-48BF-9AB8-98449CB318AA}" srcOrd="0" destOrd="0" presId="urn:microsoft.com/office/officeart/2005/8/layout/vList4"/>
    <dgm:cxn modelId="{B9864B04-C03A-4B81-BA2D-3395A10FFE1E}" type="presParOf" srcId="{5DD21B83-59BC-48BF-9AB8-98449CB318AA}" destId="{D1F39696-F296-4BB0-9B0F-26CDA5633822}" srcOrd="0" destOrd="0" presId="urn:microsoft.com/office/officeart/2005/8/layout/vList4"/>
    <dgm:cxn modelId="{C7D84CB1-2DB1-4937-9D58-28AC4FDA6B54}" type="presParOf" srcId="{5DD21B83-59BC-48BF-9AB8-98449CB318AA}" destId="{2A633507-04F1-43F8-AFF9-E8BAE9DC3B27}" srcOrd="1" destOrd="0" presId="urn:microsoft.com/office/officeart/2005/8/layout/vList4"/>
    <dgm:cxn modelId="{585D1D2F-D91E-4BB2-BEEF-D82C67D98482}" type="presParOf" srcId="{5DD21B83-59BC-48BF-9AB8-98449CB318AA}" destId="{1FBF9769-A53C-48ED-B2CF-7A886057C44B}" srcOrd="2" destOrd="0" presId="urn:microsoft.com/office/officeart/2005/8/layout/vList4"/>
    <dgm:cxn modelId="{01C0EBD1-BCE4-4C1B-8EF5-5E8CFC6D902E}" type="presParOf" srcId="{D3E6DAB8-AFDB-4657-8BD8-967022FC19B6}" destId="{72182D7F-392A-4C2F-8C55-3C06CE7475C1}" srcOrd="1" destOrd="0" presId="urn:microsoft.com/office/officeart/2005/8/layout/vList4"/>
    <dgm:cxn modelId="{68B83FB3-4A65-4115-A48D-2F2B8396CED5}" type="presParOf" srcId="{D3E6DAB8-AFDB-4657-8BD8-967022FC19B6}" destId="{0DE99C4E-6606-4049-B75F-DFAE25A5549E}" srcOrd="2" destOrd="0" presId="urn:microsoft.com/office/officeart/2005/8/layout/vList4"/>
    <dgm:cxn modelId="{62D48B18-B2D9-4066-9616-9F311F909C70}" type="presParOf" srcId="{0DE99C4E-6606-4049-B75F-DFAE25A5549E}" destId="{569DC911-A10B-4C77-95B7-57671A4FF94E}" srcOrd="0" destOrd="0" presId="urn:microsoft.com/office/officeart/2005/8/layout/vList4"/>
    <dgm:cxn modelId="{DEDF972E-1BCF-4D60-ADBE-6B74E64E29AD}" type="presParOf" srcId="{0DE99C4E-6606-4049-B75F-DFAE25A5549E}" destId="{988A91FD-FE79-48B7-8191-A564448F871F}" srcOrd="1" destOrd="0" presId="urn:microsoft.com/office/officeart/2005/8/layout/vList4"/>
    <dgm:cxn modelId="{E2A2917B-2223-4177-8316-FCABBA4260E5}" type="presParOf" srcId="{0DE99C4E-6606-4049-B75F-DFAE25A5549E}" destId="{BDFF5657-D17D-4391-A309-BF7574E6E83C}" srcOrd="2" destOrd="0" presId="urn:microsoft.com/office/officeart/2005/8/layout/vList4"/>
    <dgm:cxn modelId="{9BC8FA27-E844-49FD-8F9C-25F0D0F167D7}" type="presParOf" srcId="{D3E6DAB8-AFDB-4657-8BD8-967022FC19B6}" destId="{D02948A6-CE2B-4123-9F64-54185718C6D5}" srcOrd="3" destOrd="0" presId="urn:microsoft.com/office/officeart/2005/8/layout/vList4"/>
    <dgm:cxn modelId="{BDC903C7-9D6C-4B57-AC44-3A22D57FA91C}" type="presParOf" srcId="{D3E6DAB8-AFDB-4657-8BD8-967022FC19B6}" destId="{3A31DE72-DA71-4CCA-914A-0DEF887BAA91}" srcOrd="4" destOrd="0" presId="urn:microsoft.com/office/officeart/2005/8/layout/vList4"/>
    <dgm:cxn modelId="{CE109514-E081-41FB-B617-236EBA6E5AC5}" type="presParOf" srcId="{3A31DE72-DA71-4CCA-914A-0DEF887BAA91}" destId="{CD7D9724-0707-4612-BED3-AA3B2946EB52}" srcOrd="0" destOrd="0" presId="urn:microsoft.com/office/officeart/2005/8/layout/vList4"/>
    <dgm:cxn modelId="{F87ECE15-E550-41C8-8690-EC65EE752B81}" type="presParOf" srcId="{3A31DE72-DA71-4CCA-914A-0DEF887BAA91}" destId="{A0463CCE-C43A-4D03-9051-3B17284DACF1}" srcOrd="1" destOrd="0" presId="urn:microsoft.com/office/officeart/2005/8/layout/vList4"/>
    <dgm:cxn modelId="{2A79F648-A489-4251-9D5B-0F9097996329}" type="presParOf" srcId="{3A31DE72-DA71-4CCA-914A-0DEF887BAA91}" destId="{3AFE2683-1DD6-4F70-B8B3-9055F971839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F9E923-579A-42B2-9B91-92B30B3649FA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CC912530-184A-4A29-B137-047384B970A7}">
      <dgm:prSet phldrT="[Testo]" custT="1"/>
      <dgm:spPr>
        <a:solidFill>
          <a:schemeClr val="accent2"/>
        </a:solidFill>
      </dgm:spPr>
      <dgm:t>
        <a:bodyPr/>
        <a:lstStyle/>
        <a:p>
          <a:pPr algn="ctr"/>
          <a:r>
            <a:rPr lang="it-IT" sz="2800" b="1" dirty="0"/>
            <a:t>Tempo consentito 823 minuti</a:t>
          </a:r>
        </a:p>
      </dgm:t>
    </dgm:pt>
    <dgm:pt modelId="{C7F9B4B8-815F-4F02-8FCA-C6ACD6CEEC76}" type="parTrans" cxnId="{53CA598F-07F8-4C9F-BA5F-49A77FEB3365}">
      <dgm:prSet/>
      <dgm:spPr/>
      <dgm:t>
        <a:bodyPr/>
        <a:lstStyle/>
        <a:p>
          <a:endParaRPr lang="it-IT"/>
        </a:p>
      </dgm:t>
    </dgm:pt>
    <dgm:pt modelId="{1EB19E00-35CC-49FE-B935-7009A880B401}" type="sibTrans" cxnId="{53CA598F-07F8-4C9F-BA5F-49A77FEB3365}">
      <dgm:prSet/>
      <dgm:spPr/>
      <dgm:t>
        <a:bodyPr/>
        <a:lstStyle/>
        <a:p>
          <a:endParaRPr lang="it-IT"/>
        </a:p>
      </dgm:t>
    </dgm:pt>
    <dgm:pt modelId="{D31574D6-498A-40B6-B9B2-EDBAB236F613}">
      <dgm:prSet phldrT="[Testo]" custT="1"/>
      <dgm:spPr>
        <a:solidFill>
          <a:schemeClr val="accent2"/>
        </a:solidFill>
      </dgm:spPr>
      <dgm:t>
        <a:bodyPr/>
        <a:lstStyle/>
        <a:p>
          <a:pPr algn="ctr"/>
          <a:r>
            <a:rPr lang="it-IT" sz="2800" b="1" dirty="0"/>
            <a:t>Diminuzione del costo di 5€</a:t>
          </a:r>
        </a:p>
      </dgm:t>
    </dgm:pt>
    <dgm:pt modelId="{D7ADC911-34A4-4A19-9C21-282B80B67A17}" type="parTrans" cxnId="{D618D7E8-0F11-4FD7-9F72-548F1BEA1A3F}">
      <dgm:prSet/>
      <dgm:spPr/>
      <dgm:t>
        <a:bodyPr/>
        <a:lstStyle/>
        <a:p>
          <a:endParaRPr lang="it-IT"/>
        </a:p>
      </dgm:t>
    </dgm:pt>
    <dgm:pt modelId="{39AE9B83-4DAF-4906-BE27-D9BF431E0133}" type="sibTrans" cxnId="{D618D7E8-0F11-4FD7-9F72-548F1BEA1A3F}">
      <dgm:prSet/>
      <dgm:spPr/>
      <dgm:t>
        <a:bodyPr/>
        <a:lstStyle/>
        <a:p>
          <a:endParaRPr lang="it-IT"/>
        </a:p>
      </dgm:t>
    </dgm:pt>
    <dgm:pt modelId="{FBB02C2D-04BE-4AA3-8ED2-31FFD15611B8}">
      <dgm:prSet phldrT="[Testo]" custT="1"/>
      <dgm:spPr>
        <a:solidFill>
          <a:schemeClr val="accent2"/>
        </a:solidFill>
      </dgm:spPr>
      <dgm:t>
        <a:bodyPr/>
        <a:lstStyle/>
        <a:p>
          <a:pPr algn="ctr"/>
          <a:r>
            <a:rPr lang="it-IT" sz="2800" b="1" dirty="0"/>
            <a:t>Cambia l’ordine delle tappe</a:t>
          </a:r>
        </a:p>
      </dgm:t>
    </dgm:pt>
    <dgm:pt modelId="{3D94A33F-D0CB-44D0-A08D-29011A3E65D9}" type="parTrans" cxnId="{102DD4DB-CD9B-4309-BEA3-D896CB219342}">
      <dgm:prSet/>
      <dgm:spPr/>
      <dgm:t>
        <a:bodyPr/>
        <a:lstStyle/>
        <a:p>
          <a:endParaRPr lang="it-IT"/>
        </a:p>
      </dgm:t>
    </dgm:pt>
    <dgm:pt modelId="{DFCD173A-EE4B-4911-9296-42425B6B0459}" type="sibTrans" cxnId="{102DD4DB-CD9B-4309-BEA3-D896CB219342}">
      <dgm:prSet/>
      <dgm:spPr/>
      <dgm:t>
        <a:bodyPr/>
        <a:lstStyle/>
        <a:p>
          <a:endParaRPr lang="it-IT"/>
        </a:p>
      </dgm:t>
    </dgm:pt>
    <dgm:pt modelId="{D3E6DAB8-AFDB-4657-8BD8-967022FC19B6}" type="pres">
      <dgm:prSet presAssocID="{00F9E923-579A-42B2-9B91-92B30B3649FA}" presName="linear" presStyleCnt="0">
        <dgm:presLayoutVars>
          <dgm:dir/>
          <dgm:resizeHandles val="exact"/>
        </dgm:presLayoutVars>
      </dgm:prSet>
      <dgm:spPr/>
    </dgm:pt>
    <dgm:pt modelId="{5DD21B83-59BC-48BF-9AB8-98449CB318AA}" type="pres">
      <dgm:prSet presAssocID="{CC912530-184A-4A29-B137-047384B970A7}" presName="comp" presStyleCnt="0"/>
      <dgm:spPr/>
    </dgm:pt>
    <dgm:pt modelId="{D1F39696-F296-4BB0-9B0F-26CDA5633822}" type="pres">
      <dgm:prSet presAssocID="{CC912530-184A-4A29-B137-047384B970A7}" presName="box" presStyleLbl="node1" presStyleIdx="0" presStyleCnt="3"/>
      <dgm:spPr/>
    </dgm:pt>
    <dgm:pt modelId="{2A633507-04F1-43F8-AFF9-E8BAE9DC3B27}" type="pres">
      <dgm:prSet presAssocID="{CC912530-184A-4A29-B137-047384B970A7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4000" b="-4000"/>
          </a:stretch>
        </a:blipFill>
      </dgm:spPr>
      <dgm:extLst>
        <a:ext uri="{E40237B7-FDA0-4F09-8148-C483321AD2D9}">
          <dgm14:cNvPr xmlns:dgm14="http://schemas.microsoft.com/office/drawing/2010/diagram" id="0" name="" descr="Clessidra 30% con riempimento a tinta unita"/>
        </a:ext>
      </dgm:extLst>
    </dgm:pt>
    <dgm:pt modelId="{1FBF9769-A53C-48ED-B2CF-7A886057C44B}" type="pres">
      <dgm:prSet presAssocID="{CC912530-184A-4A29-B137-047384B970A7}" presName="text" presStyleLbl="node1" presStyleIdx="0" presStyleCnt="3">
        <dgm:presLayoutVars>
          <dgm:bulletEnabled val="1"/>
        </dgm:presLayoutVars>
      </dgm:prSet>
      <dgm:spPr/>
    </dgm:pt>
    <dgm:pt modelId="{72182D7F-392A-4C2F-8C55-3C06CE7475C1}" type="pres">
      <dgm:prSet presAssocID="{1EB19E00-35CC-49FE-B935-7009A880B401}" presName="spacer" presStyleCnt="0"/>
      <dgm:spPr/>
    </dgm:pt>
    <dgm:pt modelId="{0DE99C4E-6606-4049-B75F-DFAE25A5549E}" type="pres">
      <dgm:prSet presAssocID="{D31574D6-498A-40B6-B9B2-EDBAB236F613}" presName="comp" presStyleCnt="0"/>
      <dgm:spPr/>
    </dgm:pt>
    <dgm:pt modelId="{569DC911-A10B-4C77-95B7-57671A4FF94E}" type="pres">
      <dgm:prSet presAssocID="{D31574D6-498A-40B6-B9B2-EDBAB236F613}" presName="box" presStyleLbl="node1" presStyleIdx="1" presStyleCnt="3"/>
      <dgm:spPr/>
    </dgm:pt>
    <dgm:pt modelId="{988A91FD-FE79-48B7-8191-A564448F871F}" type="pres">
      <dgm:prSet presAssocID="{D31574D6-498A-40B6-B9B2-EDBAB236F613}" presName="img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4000" b="-4000"/>
          </a:stretch>
        </a:blipFill>
      </dgm:spPr>
      <dgm:extLst>
        <a:ext uri="{E40237B7-FDA0-4F09-8148-C483321AD2D9}">
          <dgm14:cNvPr xmlns:dgm14="http://schemas.microsoft.com/office/drawing/2010/diagram" id="0" name="" descr="Euro con riempimento a tinta unita"/>
        </a:ext>
      </dgm:extLst>
    </dgm:pt>
    <dgm:pt modelId="{BDFF5657-D17D-4391-A309-BF7574E6E83C}" type="pres">
      <dgm:prSet presAssocID="{D31574D6-498A-40B6-B9B2-EDBAB236F613}" presName="text" presStyleLbl="node1" presStyleIdx="1" presStyleCnt="3">
        <dgm:presLayoutVars>
          <dgm:bulletEnabled val="1"/>
        </dgm:presLayoutVars>
      </dgm:prSet>
      <dgm:spPr/>
    </dgm:pt>
    <dgm:pt modelId="{D02948A6-CE2B-4123-9F64-54185718C6D5}" type="pres">
      <dgm:prSet presAssocID="{39AE9B83-4DAF-4906-BE27-D9BF431E0133}" presName="spacer" presStyleCnt="0"/>
      <dgm:spPr/>
    </dgm:pt>
    <dgm:pt modelId="{3A31DE72-DA71-4CCA-914A-0DEF887BAA91}" type="pres">
      <dgm:prSet presAssocID="{FBB02C2D-04BE-4AA3-8ED2-31FFD15611B8}" presName="comp" presStyleCnt="0"/>
      <dgm:spPr/>
    </dgm:pt>
    <dgm:pt modelId="{CD7D9724-0707-4612-BED3-AA3B2946EB52}" type="pres">
      <dgm:prSet presAssocID="{FBB02C2D-04BE-4AA3-8ED2-31FFD15611B8}" presName="box" presStyleLbl="node1" presStyleIdx="2" presStyleCnt="3"/>
      <dgm:spPr/>
    </dgm:pt>
    <dgm:pt modelId="{A0463CCE-C43A-4D03-9051-3B17284DACF1}" type="pres">
      <dgm:prSet presAssocID="{FBB02C2D-04BE-4AA3-8ED2-31FFD15611B8}" presName="img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4000" b="-4000"/>
          </a:stretch>
        </a:blipFill>
      </dgm:spPr>
      <dgm:extLst>
        <a:ext uri="{E40237B7-FDA0-4F09-8148-C483321AD2D9}">
          <dgm14:cNvPr xmlns:dgm14="http://schemas.microsoft.com/office/drawing/2010/diagram" id="0" name="" descr="Priorità con riempimento a tinta unita"/>
        </a:ext>
      </dgm:extLst>
    </dgm:pt>
    <dgm:pt modelId="{3AFE2683-1DD6-4F70-B8B3-9055F971839F}" type="pres">
      <dgm:prSet presAssocID="{FBB02C2D-04BE-4AA3-8ED2-31FFD15611B8}" presName="text" presStyleLbl="node1" presStyleIdx="2" presStyleCnt="3">
        <dgm:presLayoutVars>
          <dgm:bulletEnabled val="1"/>
        </dgm:presLayoutVars>
      </dgm:prSet>
      <dgm:spPr/>
    </dgm:pt>
  </dgm:ptLst>
  <dgm:cxnLst>
    <dgm:cxn modelId="{72774445-1BA7-4065-AFE7-9512575D43CD}" type="presOf" srcId="{FBB02C2D-04BE-4AA3-8ED2-31FFD15611B8}" destId="{3AFE2683-1DD6-4F70-B8B3-9055F971839F}" srcOrd="1" destOrd="0" presId="urn:microsoft.com/office/officeart/2005/8/layout/vList4"/>
    <dgm:cxn modelId="{065C2C4B-C1EA-489A-A5A1-14C863907119}" type="presOf" srcId="{D31574D6-498A-40B6-B9B2-EDBAB236F613}" destId="{BDFF5657-D17D-4391-A309-BF7574E6E83C}" srcOrd="1" destOrd="0" presId="urn:microsoft.com/office/officeart/2005/8/layout/vList4"/>
    <dgm:cxn modelId="{6014528B-FDD7-423E-BF8F-45FE269FAC12}" type="presOf" srcId="{00F9E923-579A-42B2-9B91-92B30B3649FA}" destId="{D3E6DAB8-AFDB-4657-8BD8-967022FC19B6}" srcOrd="0" destOrd="0" presId="urn:microsoft.com/office/officeart/2005/8/layout/vList4"/>
    <dgm:cxn modelId="{53CA598F-07F8-4C9F-BA5F-49A77FEB3365}" srcId="{00F9E923-579A-42B2-9B91-92B30B3649FA}" destId="{CC912530-184A-4A29-B137-047384B970A7}" srcOrd="0" destOrd="0" parTransId="{C7F9B4B8-815F-4F02-8FCA-C6ACD6CEEC76}" sibTransId="{1EB19E00-35CC-49FE-B935-7009A880B401}"/>
    <dgm:cxn modelId="{69A1FBB9-2628-46B4-9EED-7BC1BF5EC8D0}" type="presOf" srcId="{FBB02C2D-04BE-4AA3-8ED2-31FFD15611B8}" destId="{CD7D9724-0707-4612-BED3-AA3B2946EB52}" srcOrd="0" destOrd="0" presId="urn:microsoft.com/office/officeart/2005/8/layout/vList4"/>
    <dgm:cxn modelId="{5D9702DA-43F9-4D8A-A271-5A25E86C68AA}" type="presOf" srcId="{CC912530-184A-4A29-B137-047384B970A7}" destId="{D1F39696-F296-4BB0-9B0F-26CDA5633822}" srcOrd="0" destOrd="0" presId="urn:microsoft.com/office/officeart/2005/8/layout/vList4"/>
    <dgm:cxn modelId="{102DD4DB-CD9B-4309-BEA3-D896CB219342}" srcId="{00F9E923-579A-42B2-9B91-92B30B3649FA}" destId="{FBB02C2D-04BE-4AA3-8ED2-31FFD15611B8}" srcOrd="2" destOrd="0" parTransId="{3D94A33F-D0CB-44D0-A08D-29011A3E65D9}" sibTransId="{DFCD173A-EE4B-4911-9296-42425B6B0459}"/>
    <dgm:cxn modelId="{882C18DD-4E5B-4B10-B5BC-CC2712F38743}" type="presOf" srcId="{D31574D6-498A-40B6-B9B2-EDBAB236F613}" destId="{569DC911-A10B-4C77-95B7-57671A4FF94E}" srcOrd="0" destOrd="0" presId="urn:microsoft.com/office/officeart/2005/8/layout/vList4"/>
    <dgm:cxn modelId="{D618D7E8-0F11-4FD7-9F72-548F1BEA1A3F}" srcId="{00F9E923-579A-42B2-9B91-92B30B3649FA}" destId="{D31574D6-498A-40B6-B9B2-EDBAB236F613}" srcOrd="1" destOrd="0" parTransId="{D7ADC911-34A4-4A19-9C21-282B80B67A17}" sibTransId="{39AE9B83-4DAF-4906-BE27-D9BF431E0133}"/>
    <dgm:cxn modelId="{B9002EF4-AD47-4430-A826-FC869F1DFA15}" type="presOf" srcId="{CC912530-184A-4A29-B137-047384B970A7}" destId="{1FBF9769-A53C-48ED-B2CF-7A886057C44B}" srcOrd="1" destOrd="0" presId="urn:microsoft.com/office/officeart/2005/8/layout/vList4"/>
    <dgm:cxn modelId="{830E71BA-0007-4B1C-803C-B0583919A7B8}" type="presParOf" srcId="{D3E6DAB8-AFDB-4657-8BD8-967022FC19B6}" destId="{5DD21B83-59BC-48BF-9AB8-98449CB318AA}" srcOrd="0" destOrd="0" presId="urn:microsoft.com/office/officeart/2005/8/layout/vList4"/>
    <dgm:cxn modelId="{B9864B04-C03A-4B81-BA2D-3395A10FFE1E}" type="presParOf" srcId="{5DD21B83-59BC-48BF-9AB8-98449CB318AA}" destId="{D1F39696-F296-4BB0-9B0F-26CDA5633822}" srcOrd="0" destOrd="0" presId="urn:microsoft.com/office/officeart/2005/8/layout/vList4"/>
    <dgm:cxn modelId="{C7D84CB1-2DB1-4937-9D58-28AC4FDA6B54}" type="presParOf" srcId="{5DD21B83-59BC-48BF-9AB8-98449CB318AA}" destId="{2A633507-04F1-43F8-AFF9-E8BAE9DC3B27}" srcOrd="1" destOrd="0" presId="urn:microsoft.com/office/officeart/2005/8/layout/vList4"/>
    <dgm:cxn modelId="{585D1D2F-D91E-4BB2-BEEF-D82C67D98482}" type="presParOf" srcId="{5DD21B83-59BC-48BF-9AB8-98449CB318AA}" destId="{1FBF9769-A53C-48ED-B2CF-7A886057C44B}" srcOrd="2" destOrd="0" presId="urn:microsoft.com/office/officeart/2005/8/layout/vList4"/>
    <dgm:cxn modelId="{01C0EBD1-BCE4-4C1B-8EF5-5E8CFC6D902E}" type="presParOf" srcId="{D3E6DAB8-AFDB-4657-8BD8-967022FC19B6}" destId="{72182D7F-392A-4C2F-8C55-3C06CE7475C1}" srcOrd="1" destOrd="0" presId="urn:microsoft.com/office/officeart/2005/8/layout/vList4"/>
    <dgm:cxn modelId="{68B83FB3-4A65-4115-A48D-2F2B8396CED5}" type="presParOf" srcId="{D3E6DAB8-AFDB-4657-8BD8-967022FC19B6}" destId="{0DE99C4E-6606-4049-B75F-DFAE25A5549E}" srcOrd="2" destOrd="0" presId="urn:microsoft.com/office/officeart/2005/8/layout/vList4"/>
    <dgm:cxn modelId="{62D48B18-B2D9-4066-9616-9F311F909C70}" type="presParOf" srcId="{0DE99C4E-6606-4049-B75F-DFAE25A5549E}" destId="{569DC911-A10B-4C77-95B7-57671A4FF94E}" srcOrd="0" destOrd="0" presId="urn:microsoft.com/office/officeart/2005/8/layout/vList4"/>
    <dgm:cxn modelId="{DEDF972E-1BCF-4D60-ADBE-6B74E64E29AD}" type="presParOf" srcId="{0DE99C4E-6606-4049-B75F-DFAE25A5549E}" destId="{988A91FD-FE79-48B7-8191-A564448F871F}" srcOrd="1" destOrd="0" presId="urn:microsoft.com/office/officeart/2005/8/layout/vList4"/>
    <dgm:cxn modelId="{E2A2917B-2223-4177-8316-FCABBA4260E5}" type="presParOf" srcId="{0DE99C4E-6606-4049-B75F-DFAE25A5549E}" destId="{BDFF5657-D17D-4391-A309-BF7574E6E83C}" srcOrd="2" destOrd="0" presId="urn:microsoft.com/office/officeart/2005/8/layout/vList4"/>
    <dgm:cxn modelId="{9BC8FA27-E844-49FD-8F9C-25F0D0F167D7}" type="presParOf" srcId="{D3E6DAB8-AFDB-4657-8BD8-967022FC19B6}" destId="{D02948A6-CE2B-4123-9F64-54185718C6D5}" srcOrd="3" destOrd="0" presId="urn:microsoft.com/office/officeart/2005/8/layout/vList4"/>
    <dgm:cxn modelId="{BDC903C7-9D6C-4B57-AC44-3A22D57FA91C}" type="presParOf" srcId="{D3E6DAB8-AFDB-4657-8BD8-967022FC19B6}" destId="{3A31DE72-DA71-4CCA-914A-0DEF887BAA91}" srcOrd="4" destOrd="0" presId="urn:microsoft.com/office/officeart/2005/8/layout/vList4"/>
    <dgm:cxn modelId="{CE109514-E081-41FB-B617-236EBA6E5AC5}" type="presParOf" srcId="{3A31DE72-DA71-4CCA-914A-0DEF887BAA91}" destId="{CD7D9724-0707-4612-BED3-AA3B2946EB52}" srcOrd="0" destOrd="0" presId="urn:microsoft.com/office/officeart/2005/8/layout/vList4"/>
    <dgm:cxn modelId="{F87ECE15-E550-41C8-8690-EC65EE752B81}" type="presParOf" srcId="{3A31DE72-DA71-4CCA-914A-0DEF887BAA91}" destId="{A0463CCE-C43A-4D03-9051-3B17284DACF1}" srcOrd="1" destOrd="0" presId="urn:microsoft.com/office/officeart/2005/8/layout/vList4"/>
    <dgm:cxn modelId="{2A79F648-A489-4251-9D5B-0F9097996329}" type="presParOf" srcId="{3A31DE72-DA71-4CCA-914A-0DEF887BAA91}" destId="{3AFE2683-1DD6-4F70-B8B3-9055F971839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1D891EE-DB6A-4280-801D-94D5C0BA2CC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91038DA-928D-4C50-BBB2-22D9E0F5735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sz="1800" dirty="0"/>
            <a:t>R</a:t>
          </a:r>
          <a:r>
            <a:rPr lang="it-IT" sz="1800" cap="none" baseline="0" dirty="0"/>
            <a:t>ange di prezzo:</a:t>
          </a:r>
          <a:br>
            <a:rPr lang="it-IT" sz="1800" cap="none" baseline="0" dirty="0"/>
          </a:br>
          <a:r>
            <a:rPr lang="it-IT" sz="1800" cap="none" baseline="0" dirty="0"/>
            <a:t>157€-264€</a:t>
          </a:r>
          <a:endParaRPr lang="en-US" sz="1800" cap="none" baseline="0" dirty="0"/>
        </a:p>
      </dgm:t>
    </dgm:pt>
    <dgm:pt modelId="{82F6516A-633A-4ECE-96D5-2FD2BE61C5C0}" type="parTrans" cxnId="{EEDC38A0-CCC7-4516-8F0A-7EF91A6D1ACF}">
      <dgm:prSet/>
      <dgm:spPr/>
      <dgm:t>
        <a:bodyPr/>
        <a:lstStyle/>
        <a:p>
          <a:endParaRPr lang="en-US"/>
        </a:p>
      </dgm:t>
    </dgm:pt>
    <dgm:pt modelId="{F690675A-1F2B-4BDC-9DC5-18184ABEDD1C}" type="sibTrans" cxnId="{EEDC38A0-CCC7-4516-8F0A-7EF91A6D1ACF}">
      <dgm:prSet/>
      <dgm:spPr/>
      <dgm:t>
        <a:bodyPr/>
        <a:lstStyle/>
        <a:p>
          <a:endParaRPr lang="en-US"/>
        </a:p>
      </dgm:t>
    </dgm:pt>
    <dgm:pt modelId="{062BBC29-CE02-47F8-B305-E15DFD4CE3B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cap="none" baseline="0" dirty="0"/>
            <a:t>Range di tempo: </a:t>
          </a:r>
          <a:br>
            <a:rPr lang="it-IT" cap="none" baseline="0" dirty="0"/>
          </a:br>
          <a:r>
            <a:rPr lang="it-IT" cap="none" baseline="0" dirty="0"/>
            <a:t>706-789 minuti</a:t>
          </a:r>
          <a:endParaRPr lang="en-US" cap="none" baseline="0" dirty="0"/>
        </a:p>
      </dgm:t>
    </dgm:pt>
    <dgm:pt modelId="{8A940DA1-75D7-47B8-888A-3DD370AE6AD7}" type="parTrans" cxnId="{85860B50-72A2-4829-911F-C80982E10975}">
      <dgm:prSet/>
      <dgm:spPr/>
      <dgm:t>
        <a:bodyPr/>
        <a:lstStyle/>
        <a:p>
          <a:endParaRPr lang="en-US"/>
        </a:p>
      </dgm:t>
    </dgm:pt>
    <dgm:pt modelId="{BB404320-FB26-441E-8EDD-B23CE444D5C7}" type="sibTrans" cxnId="{85860B50-72A2-4829-911F-C80982E10975}">
      <dgm:prSet/>
      <dgm:spPr/>
      <dgm:t>
        <a:bodyPr/>
        <a:lstStyle/>
        <a:p>
          <a:endParaRPr lang="en-US"/>
        </a:p>
      </dgm:t>
    </dgm:pt>
    <dgm:pt modelId="{FE78AD26-7205-4365-ADA3-E3F3F750E89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cap="none" baseline="0" dirty="0"/>
            <a:t>Città più visitate: Barcellona e Marsiglia</a:t>
          </a:r>
          <a:endParaRPr lang="en-US" cap="none" baseline="0" dirty="0"/>
        </a:p>
      </dgm:t>
    </dgm:pt>
    <dgm:pt modelId="{D05CECFE-E47C-4594-9C5A-9F753B62E57A}" type="parTrans" cxnId="{CDCB5D72-C7B6-4DDF-A392-4DA487C0312D}">
      <dgm:prSet/>
      <dgm:spPr/>
      <dgm:t>
        <a:bodyPr/>
        <a:lstStyle/>
        <a:p>
          <a:endParaRPr lang="en-US"/>
        </a:p>
      </dgm:t>
    </dgm:pt>
    <dgm:pt modelId="{BC8E4429-5CAE-4F5D-88B0-08322C4552B0}" type="sibTrans" cxnId="{CDCB5D72-C7B6-4DDF-A392-4DA487C0312D}">
      <dgm:prSet/>
      <dgm:spPr/>
      <dgm:t>
        <a:bodyPr/>
        <a:lstStyle/>
        <a:p>
          <a:endParaRPr lang="en-US"/>
        </a:p>
      </dgm:t>
    </dgm:pt>
    <dgm:pt modelId="{B6844AD5-F90E-4593-97FC-74B6A02BC4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cap="none" baseline="0" dirty="0"/>
            <a:t>Città meno visitate: Amsterdam e Vienna</a:t>
          </a:r>
          <a:endParaRPr lang="en-US" cap="none" baseline="0" dirty="0"/>
        </a:p>
      </dgm:t>
    </dgm:pt>
    <dgm:pt modelId="{5054530E-0279-4906-8E34-FE81965DC459}" type="parTrans" cxnId="{B475F4FE-1A36-480A-83BB-5E132EDC2BC3}">
      <dgm:prSet/>
      <dgm:spPr/>
      <dgm:t>
        <a:bodyPr/>
        <a:lstStyle/>
        <a:p>
          <a:endParaRPr lang="en-US"/>
        </a:p>
      </dgm:t>
    </dgm:pt>
    <dgm:pt modelId="{966774BE-6FCA-4DDA-BB3F-A71A72F5A4CF}" type="sibTrans" cxnId="{B475F4FE-1A36-480A-83BB-5E132EDC2BC3}">
      <dgm:prSet/>
      <dgm:spPr/>
      <dgm:t>
        <a:bodyPr/>
        <a:lstStyle/>
        <a:p>
          <a:endParaRPr lang="en-US"/>
        </a:p>
      </dgm:t>
    </dgm:pt>
    <dgm:pt modelId="{DA480A40-4433-4B1A-BA9D-584102A5B78F}" type="pres">
      <dgm:prSet presAssocID="{11D891EE-DB6A-4280-801D-94D5C0BA2CC4}" presName="root" presStyleCnt="0">
        <dgm:presLayoutVars>
          <dgm:dir/>
          <dgm:resizeHandles val="exact"/>
        </dgm:presLayoutVars>
      </dgm:prSet>
      <dgm:spPr/>
    </dgm:pt>
    <dgm:pt modelId="{ABAFA59E-6828-46BF-88A1-C84554124B02}" type="pres">
      <dgm:prSet presAssocID="{691038DA-928D-4C50-BBB2-22D9E0F5735F}" presName="compNode" presStyleCnt="0"/>
      <dgm:spPr/>
    </dgm:pt>
    <dgm:pt modelId="{A52B87AC-9D8F-4BD2-8739-9CC0404A1C82}" type="pres">
      <dgm:prSet presAssocID="{691038DA-928D-4C50-BBB2-22D9E0F5735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9E1AA01-363E-4934-9E3A-046C15C45FC9}" type="pres">
      <dgm:prSet presAssocID="{691038DA-928D-4C50-BBB2-22D9E0F5735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di volanti con riempimento a tinta unita"/>
        </a:ext>
      </dgm:extLst>
    </dgm:pt>
    <dgm:pt modelId="{310730BE-68D6-4EB6-840E-9CB19A4B819B}" type="pres">
      <dgm:prSet presAssocID="{691038DA-928D-4C50-BBB2-22D9E0F5735F}" presName="spaceRect" presStyleCnt="0"/>
      <dgm:spPr/>
    </dgm:pt>
    <dgm:pt modelId="{86722C24-0488-4961-9A5F-5EBB5D70CC13}" type="pres">
      <dgm:prSet presAssocID="{691038DA-928D-4C50-BBB2-22D9E0F5735F}" presName="textRect" presStyleLbl="revTx" presStyleIdx="0" presStyleCnt="4">
        <dgm:presLayoutVars>
          <dgm:chMax val="1"/>
          <dgm:chPref val="1"/>
        </dgm:presLayoutVars>
      </dgm:prSet>
      <dgm:spPr/>
    </dgm:pt>
    <dgm:pt modelId="{D3B8E82B-A029-40DF-8D89-216600B5D253}" type="pres">
      <dgm:prSet presAssocID="{F690675A-1F2B-4BDC-9DC5-18184ABEDD1C}" presName="sibTrans" presStyleCnt="0"/>
      <dgm:spPr/>
    </dgm:pt>
    <dgm:pt modelId="{DD628829-1848-4E96-9425-919B7696E477}" type="pres">
      <dgm:prSet presAssocID="{062BBC29-CE02-47F8-B305-E15DFD4CE3B4}" presName="compNode" presStyleCnt="0"/>
      <dgm:spPr/>
    </dgm:pt>
    <dgm:pt modelId="{629B3F52-0FBD-4C3A-BD06-2C783B3EF6B0}" type="pres">
      <dgm:prSet presAssocID="{062BBC29-CE02-47F8-B305-E15DFD4CE3B4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4D33988-0735-471C-A4C1-1DE128B4B165}" type="pres">
      <dgm:prSet presAssocID="{062BBC29-CE02-47F8-B305-E15DFD4CE3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ometro"/>
        </a:ext>
      </dgm:extLst>
    </dgm:pt>
    <dgm:pt modelId="{6064A48F-D0FB-4D4D-A284-099B67B6FE88}" type="pres">
      <dgm:prSet presAssocID="{062BBC29-CE02-47F8-B305-E15DFD4CE3B4}" presName="spaceRect" presStyleCnt="0"/>
      <dgm:spPr/>
    </dgm:pt>
    <dgm:pt modelId="{38AF4F98-F1DC-417D-B027-D778FDA35B23}" type="pres">
      <dgm:prSet presAssocID="{062BBC29-CE02-47F8-B305-E15DFD4CE3B4}" presName="textRect" presStyleLbl="revTx" presStyleIdx="1" presStyleCnt="4">
        <dgm:presLayoutVars>
          <dgm:chMax val="1"/>
          <dgm:chPref val="1"/>
        </dgm:presLayoutVars>
      </dgm:prSet>
      <dgm:spPr/>
    </dgm:pt>
    <dgm:pt modelId="{E606912B-CC58-4A63-9B5A-E2572ECF8E09}" type="pres">
      <dgm:prSet presAssocID="{BB404320-FB26-441E-8EDD-B23CE444D5C7}" presName="sibTrans" presStyleCnt="0"/>
      <dgm:spPr/>
    </dgm:pt>
    <dgm:pt modelId="{91351C0E-7643-439C-9FF3-29CA521EDFE2}" type="pres">
      <dgm:prSet presAssocID="{FE78AD26-7205-4365-ADA3-E3F3F750E897}" presName="compNode" presStyleCnt="0"/>
      <dgm:spPr/>
    </dgm:pt>
    <dgm:pt modelId="{2C87EDE5-F9C4-4F11-B564-54CDAC7AA350}" type="pres">
      <dgm:prSet presAssocID="{FE78AD26-7205-4365-ADA3-E3F3F750E89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0B961BE-BB2C-4428-82B2-F046842CCBEA}" type="pres">
      <dgm:prSet presAssocID="{FE78AD26-7205-4365-ADA3-E3F3F750E89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fico a barre con andamento ascendente con riempimento a tinta unita"/>
        </a:ext>
      </dgm:extLst>
    </dgm:pt>
    <dgm:pt modelId="{1F30FDF9-1A0E-4E3C-9856-AA79DE71D7F2}" type="pres">
      <dgm:prSet presAssocID="{FE78AD26-7205-4365-ADA3-E3F3F750E897}" presName="spaceRect" presStyleCnt="0"/>
      <dgm:spPr/>
    </dgm:pt>
    <dgm:pt modelId="{B97892F8-4E42-41DB-870E-27069A3C801D}" type="pres">
      <dgm:prSet presAssocID="{FE78AD26-7205-4365-ADA3-E3F3F750E897}" presName="textRect" presStyleLbl="revTx" presStyleIdx="2" presStyleCnt="4">
        <dgm:presLayoutVars>
          <dgm:chMax val="1"/>
          <dgm:chPref val="1"/>
        </dgm:presLayoutVars>
      </dgm:prSet>
      <dgm:spPr/>
    </dgm:pt>
    <dgm:pt modelId="{150177A1-B84C-4F9A-B266-3C5967B78AF0}" type="pres">
      <dgm:prSet presAssocID="{BC8E4429-5CAE-4F5D-88B0-08322C4552B0}" presName="sibTrans" presStyleCnt="0"/>
      <dgm:spPr/>
    </dgm:pt>
    <dgm:pt modelId="{B151EAA0-4647-46C0-AB98-C6E1D678FC0B}" type="pres">
      <dgm:prSet presAssocID="{B6844AD5-F90E-4593-97FC-74B6A02BC43D}" presName="compNode" presStyleCnt="0"/>
      <dgm:spPr/>
    </dgm:pt>
    <dgm:pt modelId="{10053211-68D1-4488-826F-DB665CD2D207}" type="pres">
      <dgm:prSet presAssocID="{B6844AD5-F90E-4593-97FC-74B6A02BC43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52F2958-BE3F-43DC-A1A8-D9B6CD4697B4}" type="pres">
      <dgm:prSet presAssocID="{B6844AD5-F90E-4593-97FC-74B6A02BC4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fico a barre con andamento discendente con riempimento a tinta unita"/>
        </a:ext>
      </dgm:extLst>
    </dgm:pt>
    <dgm:pt modelId="{3E74C4D2-2FF4-4EB2-B506-E4FA2C61E820}" type="pres">
      <dgm:prSet presAssocID="{B6844AD5-F90E-4593-97FC-74B6A02BC43D}" presName="spaceRect" presStyleCnt="0"/>
      <dgm:spPr/>
    </dgm:pt>
    <dgm:pt modelId="{80B89D24-4CD2-4181-9B4E-B1C3F9B491F6}" type="pres">
      <dgm:prSet presAssocID="{B6844AD5-F90E-4593-97FC-74B6A02BC43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5860B50-72A2-4829-911F-C80982E10975}" srcId="{11D891EE-DB6A-4280-801D-94D5C0BA2CC4}" destId="{062BBC29-CE02-47F8-B305-E15DFD4CE3B4}" srcOrd="1" destOrd="0" parTransId="{8A940DA1-75D7-47B8-888A-3DD370AE6AD7}" sibTransId="{BB404320-FB26-441E-8EDD-B23CE444D5C7}"/>
    <dgm:cxn modelId="{CDCB5D72-C7B6-4DDF-A392-4DA487C0312D}" srcId="{11D891EE-DB6A-4280-801D-94D5C0BA2CC4}" destId="{FE78AD26-7205-4365-ADA3-E3F3F750E897}" srcOrd="2" destOrd="0" parTransId="{D05CECFE-E47C-4594-9C5A-9F753B62E57A}" sibTransId="{BC8E4429-5CAE-4F5D-88B0-08322C4552B0}"/>
    <dgm:cxn modelId="{C2EF828E-A41B-482D-9946-78643787C884}" type="presOf" srcId="{691038DA-928D-4C50-BBB2-22D9E0F5735F}" destId="{86722C24-0488-4961-9A5F-5EBB5D70CC13}" srcOrd="0" destOrd="0" presId="urn:microsoft.com/office/officeart/2018/5/layout/IconLeafLabelList"/>
    <dgm:cxn modelId="{EEDC38A0-CCC7-4516-8F0A-7EF91A6D1ACF}" srcId="{11D891EE-DB6A-4280-801D-94D5C0BA2CC4}" destId="{691038DA-928D-4C50-BBB2-22D9E0F5735F}" srcOrd="0" destOrd="0" parTransId="{82F6516A-633A-4ECE-96D5-2FD2BE61C5C0}" sibTransId="{F690675A-1F2B-4BDC-9DC5-18184ABEDD1C}"/>
    <dgm:cxn modelId="{B68A40B5-F41D-4839-980C-53A8ED1B299C}" type="presOf" srcId="{062BBC29-CE02-47F8-B305-E15DFD4CE3B4}" destId="{38AF4F98-F1DC-417D-B027-D778FDA35B23}" srcOrd="0" destOrd="0" presId="urn:microsoft.com/office/officeart/2018/5/layout/IconLeafLabelList"/>
    <dgm:cxn modelId="{214771B9-E36E-4138-86AE-F8C12F128A92}" type="presOf" srcId="{FE78AD26-7205-4365-ADA3-E3F3F750E897}" destId="{B97892F8-4E42-41DB-870E-27069A3C801D}" srcOrd="0" destOrd="0" presId="urn:microsoft.com/office/officeart/2018/5/layout/IconLeafLabelList"/>
    <dgm:cxn modelId="{E8982BBE-0B84-4D3D-890E-A9C8D4D628EB}" type="presOf" srcId="{11D891EE-DB6A-4280-801D-94D5C0BA2CC4}" destId="{DA480A40-4433-4B1A-BA9D-584102A5B78F}" srcOrd="0" destOrd="0" presId="urn:microsoft.com/office/officeart/2018/5/layout/IconLeafLabelList"/>
    <dgm:cxn modelId="{078CE7C9-498B-41B4-A284-B3EF517EF334}" type="presOf" srcId="{B6844AD5-F90E-4593-97FC-74B6A02BC43D}" destId="{80B89D24-4CD2-4181-9B4E-B1C3F9B491F6}" srcOrd="0" destOrd="0" presId="urn:microsoft.com/office/officeart/2018/5/layout/IconLeafLabelList"/>
    <dgm:cxn modelId="{B475F4FE-1A36-480A-83BB-5E132EDC2BC3}" srcId="{11D891EE-DB6A-4280-801D-94D5C0BA2CC4}" destId="{B6844AD5-F90E-4593-97FC-74B6A02BC43D}" srcOrd="3" destOrd="0" parTransId="{5054530E-0279-4906-8E34-FE81965DC459}" sibTransId="{966774BE-6FCA-4DDA-BB3F-A71A72F5A4CF}"/>
    <dgm:cxn modelId="{9F8D5FE8-23C1-4C2C-B5D9-C979B1704183}" type="presParOf" srcId="{DA480A40-4433-4B1A-BA9D-584102A5B78F}" destId="{ABAFA59E-6828-46BF-88A1-C84554124B02}" srcOrd="0" destOrd="0" presId="urn:microsoft.com/office/officeart/2018/5/layout/IconLeafLabelList"/>
    <dgm:cxn modelId="{3E933906-8732-43D8-B39A-D6860C2A4A2B}" type="presParOf" srcId="{ABAFA59E-6828-46BF-88A1-C84554124B02}" destId="{A52B87AC-9D8F-4BD2-8739-9CC0404A1C82}" srcOrd="0" destOrd="0" presId="urn:microsoft.com/office/officeart/2018/5/layout/IconLeafLabelList"/>
    <dgm:cxn modelId="{72876377-20FA-467A-AC03-BAADCBEE3E2C}" type="presParOf" srcId="{ABAFA59E-6828-46BF-88A1-C84554124B02}" destId="{F9E1AA01-363E-4934-9E3A-046C15C45FC9}" srcOrd="1" destOrd="0" presId="urn:microsoft.com/office/officeart/2018/5/layout/IconLeafLabelList"/>
    <dgm:cxn modelId="{7F318DA2-06FA-4F34-99FA-7626699FA068}" type="presParOf" srcId="{ABAFA59E-6828-46BF-88A1-C84554124B02}" destId="{310730BE-68D6-4EB6-840E-9CB19A4B819B}" srcOrd="2" destOrd="0" presId="urn:microsoft.com/office/officeart/2018/5/layout/IconLeafLabelList"/>
    <dgm:cxn modelId="{CF34F053-0DDB-4FF9-8235-A32ABAA7FF3C}" type="presParOf" srcId="{ABAFA59E-6828-46BF-88A1-C84554124B02}" destId="{86722C24-0488-4961-9A5F-5EBB5D70CC13}" srcOrd="3" destOrd="0" presId="urn:microsoft.com/office/officeart/2018/5/layout/IconLeafLabelList"/>
    <dgm:cxn modelId="{78E8716D-72C8-4D03-886F-65F02F7F0B9E}" type="presParOf" srcId="{DA480A40-4433-4B1A-BA9D-584102A5B78F}" destId="{D3B8E82B-A029-40DF-8D89-216600B5D253}" srcOrd="1" destOrd="0" presId="urn:microsoft.com/office/officeart/2018/5/layout/IconLeafLabelList"/>
    <dgm:cxn modelId="{A31DAE1E-7E05-4F66-8319-0582D4256DC2}" type="presParOf" srcId="{DA480A40-4433-4B1A-BA9D-584102A5B78F}" destId="{DD628829-1848-4E96-9425-919B7696E477}" srcOrd="2" destOrd="0" presId="urn:microsoft.com/office/officeart/2018/5/layout/IconLeafLabelList"/>
    <dgm:cxn modelId="{1163845A-53AF-42D7-8EE6-2F89693A3489}" type="presParOf" srcId="{DD628829-1848-4E96-9425-919B7696E477}" destId="{629B3F52-0FBD-4C3A-BD06-2C783B3EF6B0}" srcOrd="0" destOrd="0" presId="urn:microsoft.com/office/officeart/2018/5/layout/IconLeafLabelList"/>
    <dgm:cxn modelId="{36A7BB07-76C2-471C-A9F0-53D3FB7B3625}" type="presParOf" srcId="{DD628829-1848-4E96-9425-919B7696E477}" destId="{44D33988-0735-471C-A4C1-1DE128B4B165}" srcOrd="1" destOrd="0" presId="urn:microsoft.com/office/officeart/2018/5/layout/IconLeafLabelList"/>
    <dgm:cxn modelId="{F548E26C-CE36-4578-9B5B-D90AED3A1276}" type="presParOf" srcId="{DD628829-1848-4E96-9425-919B7696E477}" destId="{6064A48F-D0FB-4D4D-A284-099B67B6FE88}" srcOrd="2" destOrd="0" presId="urn:microsoft.com/office/officeart/2018/5/layout/IconLeafLabelList"/>
    <dgm:cxn modelId="{5CB38E32-AED3-47A3-91DC-E6725BC56DE6}" type="presParOf" srcId="{DD628829-1848-4E96-9425-919B7696E477}" destId="{38AF4F98-F1DC-417D-B027-D778FDA35B23}" srcOrd="3" destOrd="0" presId="urn:microsoft.com/office/officeart/2018/5/layout/IconLeafLabelList"/>
    <dgm:cxn modelId="{3BFFA2E4-7014-4F33-A23B-A86663FECE1E}" type="presParOf" srcId="{DA480A40-4433-4B1A-BA9D-584102A5B78F}" destId="{E606912B-CC58-4A63-9B5A-E2572ECF8E09}" srcOrd="3" destOrd="0" presId="urn:microsoft.com/office/officeart/2018/5/layout/IconLeafLabelList"/>
    <dgm:cxn modelId="{B326CF3A-FD3E-4170-B446-AD21380CF5CC}" type="presParOf" srcId="{DA480A40-4433-4B1A-BA9D-584102A5B78F}" destId="{91351C0E-7643-439C-9FF3-29CA521EDFE2}" srcOrd="4" destOrd="0" presId="urn:microsoft.com/office/officeart/2018/5/layout/IconLeafLabelList"/>
    <dgm:cxn modelId="{AFAFF762-F8FD-4142-B5BF-EB6055899DD2}" type="presParOf" srcId="{91351C0E-7643-439C-9FF3-29CA521EDFE2}" destId="{2C87EDE5-F9C4-4F11-B564-54CDAC7AA350}" srcOrd="0" destOrd="0" presId="urn:microsoft.com/office/officeart/2018/5/layout/IconLeafLabelList"/>
    <dgm:cxn modelId="{5CC11A3A-DFF1-49D6-ABBD-4826DB70771E}" type="presParOf" srcId="{91351C0E-7643-439C-9FF3-29CA521EDFE2}" destId="{E0B961BE-BB2C-4428-82B2-F046842CCBEA}" srcOrd="1" destOrd="0" presId="urn:microsoft.com/office/officeart/2018/5/layout/IconLeafLabelList"/>
    <dgm:cxn modelId="{EC3BFBC9-6A64-4C23-B950-74D8BE629CBF}" type="presParOf" srcId="{91351C0E-7643-439C-9FF3-29CA521EDFE2}" destId="{1F30FDF9-1A0E-4E3C-9856-AA79DE71D7F2}" srcOrd="2" destOrd="0" presId="urn:microsoft.com/office/officeart/2018/5/layout/IconLeafLabelList"/>
    <dgm:cxn modelId="{CDBA46F2-2E8E-4F57-84A6-BB4C8E8FD9E5}" type="presParOf" srcId="{91351C0E-7643-439C-9FF3-29CA521EDFE2}" destId="{B97892F8-4E42-41DB-870E-27069A3C801D}" srcOrd="3" destOrd="0" presId="urn:microsoft.com/office/officeart/2018/5/layout/IconLeafLabelList"/>
    <dgm:cxn modelId="{D2E3E984-49A3-4ABF-9D8D-9E1AA292B925}" type="presParOf" srcId="{DA480A40-4433-4B1A-BA9D-584102A5B78F}" destId="{150177A1-B84C-4F9A-B266-3C5967B78AF0}" srcOrd="5" destOrd="0" presId="urn:microsoft.com/office/officeart/2018/5/layout/IconLeafLabelList"/>
    <dgm:cxn modelId="{9C891649-953B-4CD0-A93D-C5320CEEAC3B}" type="presParOf" srcId="{DA480A40-4433-4B1A-BA9D-584102A5B78F}" destId="{B151EAA0-4647-46C0-AB98-C6E1D678FC0B}" srcOrd="6" destOrd="0" presId="urn:microsoft.com/office/officeart/2018/5/layout/IconLeafLabelList"/>
    <dgm:cxn modelId="{2718781D-2187-4A7F-91E5-3C6D241437B8}" type="presParOf" srcId="{B151EAA0-4647-46C0-AB98-C6E1D678FC0B}" destId="{10053211-68D1-4488-826F-DB665CD2D207}" srcOrd="0" destOrd="0" presId="urn:microsoft.com/office/officeart/2018/5/layout/IconLeafLabelList"/>
    <dgm:cxn modelId="{055211D6-7B09-4002-AB4B-B5A373D399F0}" type="presParOf" srcId="{B151EAA0-4647-46C0-AB98-C6E1D678FC0B}" destId="{F52F2958-BE3F-43DC-A1A8-D9B6CD4697B4}" srcOrd="1" destOrd="0" presId="urn:microsoft.com/office/officeart/2018/5/layout/IconLeafLabelList"/>
    <dgm:cxn modelId="{7A6C7147-6546-4A64-944C-A0C1CA875301}" type="presParOf" srcId="{B151EAA0-4647-46C0-AB98-C6E1D678FC0B}" destId="{3E74C4D2-2FF4-4EB2-B506-E4FA2C61E820}" srcOrd="2" destOrd="0" presId="urn:microsoft.com/office/officeart/2018/5/layout/IconLeafLabelList"/>
    <dgm:cxn modelId="{AA267BC2-FC7B-4BB1-8475-8E63B4066404}" type="presParOf" srcId="{B151EAA0-4647-46C0-AB98-C6E1D678FC0B}" destId="{80B89D24-4CD2-4181-9B4E-B1C3F9B491F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0771C-78C9-405C-8DAD-0050CDE7B9AD}">
      <dsp:nvSpPr>
        <dsp:cNvPr id="0" name=""/>
        <dsp:cNvSpPr/>
      </dsp:nvSpPr>
      <dsp:spPr>
        <a:xfrm>
          <a:off x="298825" y="725667"/>
          <a:ext cx="1139708" cy="11397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441ED06-36EE-4A4F-A5F4-BE048A0007D2}">
      <dsp:nvSpPr>
        <dsp:cNvPr id="0" name=""/>
        <dsp:cNvSpPr/>
      </dsp:nvSpPr>
      <dsp:spPr>
        <a:xfrm>
          <a:off x="868680" y="725667"/>
          <a:ext cx="6080760" cy="1139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192 </a:t>
          </a:r>
          <a:r>
            <a:rPr lang="en-US" sz="3200" kern="1200" dirty="0" err="1"/>
            <a:t>variabili</a:t>
          </a:r>
          <a:r>
            <a:rPr lang="en-US" sz="3200" kern="1200" dirty="0"/>
            <a:t> </a:t>
          </a:r>
          <a:r>
            <a:rPr lang="en-US" sz="3200" kern="1200" dirty="0" err="1"/>
            <a:t>decisionali</a:t>
          </a:r>
          <a:r>
            <a:rPr lang="en-US" sz="3200" kern="1200" dirty="0"/>
            <a:t> </a:t>
          </a:r>
          <a:r>
            <a:rPr lang="en-US" sz="3200" kern="1200" dirty="0" err="1"/>
            <a:t>binarie</a:t>
          </a:r>
          <a:endParaRPr lang="en-US" sz="3200" kern="1200" dirty="0"/>
        </a:p>
      </dsp:txBody>
      <dsp:txXfrm>
        <a:off x="868680" y="725667"/>
        <a:ext cx="6080760" cy="1139708"/>
      </dsp:txXfrm>
    </dsp:sp>
    <dsp:sp modelId="{010FFDE7-99DC-4299-9835-08C665A46749}">
      <dsp:nvSpPr>
        <dsp:cNvPr id="0" name=""/>
        <dsp:cNvSpPr/>
      </dsp:nvSpPr>
      <dsp:spPr>
        <a:xfrm>
          <a:off x="298825" y="1865376"/>
          <a:ext cx="1139708" cy="11397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7BBB4ED-CFE6-409B-BD71-44F52CE23FBC}">
      <dsp:nvSpPr>
        <dsp:cNvPr id="0" name=""/>
        <dsp:cNvSpPr/>
      </dsp:nvSpPr>
      <dsp:spPr>
        <a:xfrm>
          <a:off x="868680" y="1865376"/>
          <a:ext cx="6080760" cy="1139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Funzione</a:t>
          </a:r>
          <a:r>
            <a:rPr lang="en-US" sz="3200" kern="1200" dirty="0"/>
            <a:t> </a:t>
          </a:r>
          <a:r>
            <a:rPr lang="en-US" sz="3200" kern="1200" dirty="0" err="1"/>
            <a:t>obiettivo</a:t>
          </a:r>
          <a:endParaRPr lang="en-US" sz="3200" kern="1200" dirty="0"/>
        </a:p>
      </dsp:txBody>
      <dsp:txXfrm>
        <a:off x="868680" y="1865376"/>
        <a:ext cx="6080760" cy="11397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2462F-DB97-4DEA-9A78-BB9D1D0C9764}">
      <dsp:nvSpPr>
        <dsp:cNvPr id="0" name=""/>
        <dsp:cNvSpPr/>
      </dsp:nvSpPr>
      <dsp:spPr>
        <a:xfrm>
          <a:off x="1191" y="710890"/>
          <a:ext cx="5180408" cy="1306797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9D0B8-7177-4F31-9B98-4EE9518526D5}">
      <dsp:nvSpPr>
        <dsp:cNvPr id="0" name=""/>
        <dsp:cNvSpPr/>
      </dsp:nvSpPr>
      <dsp:spPr>
        <a:xfrm>
          <a:off x="430226" y="959578"/>
          <a:ext cx="835266" cy="8352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CC69D-0114-467F-AD9B-D7745BB77975}">
      <dsp:nvSpPr>
        <dsp:cNvPr id="0" name=""/>
        <dsp:cNvSpPr/>
      </dsp:nvSpPr>
      <dsp:spPr>
        <a:xfrm>
          <a:off x="1900038" y="723821"/>
          <a:ext cx="3281561" cy="1244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726" tIns="160726" rIns="160726" bIns="1607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>
              <a:solidFill>
                <a:schemeClr val="bg1"/>
              </a:solidFill>
            </a:rPr>
            <a:t>Numero città</a:t>
          </a:r>
          <a:endParaRPr lang="en-US" sz="2500" b="1" kern="1200" dirty="0">
            <a:solidFill>
              <a:schemeClr val="bg1"/>
            </a:solidFill>
          </a:endParaRPr>
        </a:p>
      </dsp:txBody>
      <dsp:txXfrm>
        <a:off x="1900038" y="723821"/>
        <a:ext cx="3281561" cy="1244608"/>
      </dsp:txXfrm>
    </dsp:sp>
    <dsp:sp modelId="{8CB103F5-1E3C-469D-93C9-E405C05C0FCA}">
      <dsp:nvSpPr>
        <dsp:cNvPr id="0" name=""/>
        <dsp:cNvSpPr/>
      </dsp:nvSpPr>
      <dsp:spPr>
        <a:xfrm>
          <a:off x="0" y="3755422"/>
          <a:ext cx="5181600" cy="1306797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B7499-C792-46E1-AC4A-872798C6DB2C}">
      <dsp:nvSpPr>
        <dsp:cNvPr id="0" name=""/>
        <dsp:cNvSpPr/>
      </dsp:nvSpPr>
      <dsp:spPr>
        <a:xfrm>
          <a:off x="498144" y="3961316"/>
          <a:ext cx="835266" cy="8352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E8014-19EF-4381-A209-966D662CEAE2}">
      <dsp:nvSpPr>
        <dsp:cNvPr id="0" name=""/>
        <dsp:cNvSpPr/>
      </dsp:nvSpPr>
      <dsp:spPr>
        <a:xfrm>
          <a:off x="1754059" y="3754741"/>
          <a:ext cx="3427540" cy="130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726" tIns="160726" rIns="160726" bIns="1607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>
              <a:solidFill>
                <a:schemeClr val="bg1"/>
              </a:solidFill>
            </a:rPr>
            <a:t>Genova tappa obbligatoria</a:t>
          </a:r>
          <a:endParaRPr lang="en-US" sz="2500" b="1" kern="1200" dirty="0">
            <a:solidFill>
              <a:schemeClr val="bg1"/>
            </a:solidFill>
          </a:endParaRPr>
        </a:p>
      </dsp:txBody>
      <dsp:txXfrm>
        <a:off x="1754059" y="3754741"/>
        <a:ext cx="3427540" cy="1307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2462F-DB97-4DEA-9A78-BB9D1D0C9764}">
      <dsp:nvSpPr>
        <dsp:cNvPr id="0" name=""/>
        <dsp:cNvSpPr/>
      </dsp:nvSpPr>
      <dsp:spPr>
        <a:xfrm>
          <a:off x="0" y="5112"/>
          <a:ext cx="5181600" cy="1305401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9D0B8-7177-4F31-9B98-4EE9518526D5}">
      <dsp:nvSpPr>
        <dsp:cNvPr id="0" name=""/>
        <dsp:cNvSpPr/>
      </dsp:nvSpPr>
      <dsp:spPr>
        <a:xfrm>
          <a:off x="420759" y="241539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CC69D-0114-467F-AD9B-D7745BB77975}">
      <dsp:nvSpPr>
        <dsp:cNvPr id="0" name=""/>
        <dsp:cNvSpPr/>
      </dsp:nvSpPr>
      <dsp:spPr>
        <a:xfrm>
          <a:off x="1490691" y="0"/>
          <a:ext cx="3673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>
              <a:solidFill>
                <a:schemeClr val="bg1"/>
              </a:solidFill>
            </a:rPr>
            <a:t>Tempo massimo</a:t>
          </a:r>
          <a:endParaRPr lang="en-US" sz="2500" b="1" kern="1200" dirty="0">
            <a:solidFill>
              <a:schemeClr val="bg1"/>
            </a:solidFill>
          </a:endParaRPr>
        </a:p>
      </dsp:txBody>
      <dsp:txXfrm>
        <a:off x="1490691" y="0"/>
        <a:ext cx="3673861" cy="1305401"/>
      </dsp:txXfrm>
    </dsp:sp>
    <dsp:sp modelId="{8CB103F5-1E3C-469D-93C9-E405C05C0FCA}">
      <dsp:nvSpPr>
        <dsp:cNvPr id="0" name=""/>
        <dsp:cNvSpPr/>
      </dsp:nvSpPr>
      <dsp:spPr>
        <a:xfrm>
          <a:off x="0" y="3045732"/>
          <a:ext cx="5181600" cy="1305401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B7499-C792-46E1-AC4A-872798C6DB2C}">
      <dsp:nvSpPr>
        <dsp:cNvPr id="0" name=""/>
        <dsp:cNvSpPr/>
      </dsp:nvSpPr>
      <dsp:spPr>
        <a:xfrm>
          <a:off x="427788" y="335732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E8014-19EF-4381-A209-966D662CEAE2}">
      <dsp:nvSpPr>
        <dsp:cNvPr id="0" name=""/>
        <dsp:cNvSpPr/>
      </dsp:nvSpPr>
      <dsp:spPr>
        <a:xfrm>
          <a:off x="1507738" y="3045732"/>
          <a:ext cx="3673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>
              <a:solidFill>
                <a:schemeClr val="bg1"/>
              </a:solidFill>
            </a:rPr>
            <a:t>Diagonali nulle</a:t>
          </a:r>
          <a:endParaRPr lang="en-US" sz="2500" b="1" kern="1200" dirty="0">
            <a:solidFill>
              <a:schemeClr val="bg1"/>
            </a:solidFill>
          </a:endParaRPr>
        </a:p>
      </dsp:txBody>
      <dsp:txXfrm>
        <a:off x="1507738" y="3045732"/>
        <a:ext cx="3673861" cy="13054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2462F-DB97-4DEA-9A78-BB9D1D0C9764}">
      <dsp:nvSpPr>
        <dsp:cNvPr id="0" name=""/>
        <dsp:cNvSpPr/>
      </dsp:nvSpPr>
      <dsp:spPr>
        <a:xfrm>
          <a:off x="0" y="5112"/>
          <a:ext cx="5181600" cy="1305401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9D0B8-7177-4F31-9B98-4EE9518526D5}">
      <dsp:nvSpPr>
        <dsp:cNvPr id="0" name=""/>
        <dsp:cNvSpPr/>
      </dsp:nvSpPr>
      <dsp:spPr>
        <a:xfrm>
          <a:off x="420759" y="241539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CC69D-0114-467F-AD9B-D7745BB77975}">
      <dsp:nvSpPr>
        <dsp:cNvPr id="0" name=""/>
        <dsp:cNvSpPr/>
      </dsp:nvSpPr>
      <dsp:spPr>
        <a:xfrm>
          <a:off x="1490691" y="0"/>
          <a:ext cx="3673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>
              <a:solidFill>
                <a:schemeClr val="bg1"/>
              </a:solidFill>
            </a:rPr>
            <a:t>Massimo una partenza per città</a:t>
          </a:r>
          <a:endParaRPr lang="en-US" sz="2500" b="1" kern="1200" dirty="0">
            <a:solidFill>
              <a:schemeClr val="bg1"/>
            </a:solidFill>
          </a:endParaRPr>
        </a:p>
      </dsp:txBody>
      <dsp:txXfrm>
        <a:off x="1490691" y="0"/>
        <a:ext cx="3673861" cy="1305401"/>
      </dsp:txXfrm>
    </dsp:sp>
    <dsp:sp modelId="{8CB103F5-1E3C-469D-93C9-E405C05C0FCA}">
      <dsp:nvSpPr>
        <dsp:cNvPr id="0" name=""/>
        <dsp:cNvSpPr/>
      </dsp:nvSpPr>
      <dsp:spPr>
        <a:xfrm>
          <a:off x="0" y="3045732"/>
          <a:ext cx="5181600" cy="1305401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B7499-C792-46E1-AC4A-872798C6DB2C}">
      <dsp:nvSpPr>
        <dsp:cNvPr id="0" name=""/>
        <dsp:cNvSpPr/>
      </dsp:nvSpPr>
      <dsp:spPr>
        <a:xfrm>
          <a:off x="427788" y="335732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E8014-19EF-4381-A209-966D662CEAE2}">
      <dsp:nvSpPr>
        <dsp:cNvPr id="0" name=""/>
        <dsp:cNvSpPr/>
      </dsp:nvSpPr>
      <dsp:spPr>
        <a:xfrm>
          <a:off x="1507738" y="3045732"/>
          <a:ext cx="3673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>
              <a:solidFill>
                <a:schemeClr val="bg1"/>
              </a:solidFill>
            </a:rPr>
            <a:t>Ad ogni arrivo in una città corrisponde una partenza</a:t>
          </a:r>
          <a:endParaRPr lang="en-US" sz="2500" b="1" kern="1200" dirty="0">
            <a:solidFill>
              <a:schemeClr val="bg1"/>
            </a:solidFill>
          </a:endParaRPr>
        </a:p>
      </dsp:txBody>
      <dsp:txXfrm>
        <a:off x="1507738" y="3045732"/>
        <a:ext cx="3673861" cy="13054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39696-F296-4BB0-9B0F-26CDA5633822}">
      <dsp:nvSpPr>
        <dsp:cNvPr id="0" name=""/>
        <dsp:cNvSpPr/>
      </dsp:nvSpPr>
      <dsp:spPr>
        <a:xfrm>
          <a:off x="0" y="0"/>
          <a:ext cx="5354637" cy="122754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 dirty="0"/>
            <a:t>Tempo consentito 788 minuti</a:t>
          </a:r>
        </a:p>
      </dsp:txBody>
      <dsp:txXfrm>
        <a:off x="1193681" y="0"/>
        <a:ext cx="4160956" cy="1227542"/>
      </dsp:txXfrm>
    </dsp:sp>
    <dsp:sp modelId="{2A633507-04F1-43F8-AFF9-E8BAE9DC3B27}">
      <dsp:nvSpPr>
        <dsp:cNvPr id="0" name=""/>
        <dsp:cNvSpPr/>
      </dsp:nvSpPr>
      <dsp:spPr>
        <a:xfrm>
          <a:off x="122754" y="122754"/>
          <a:ext cx="1070927" cy="9820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9DC911-A10B-4C77-95B7-57671A4FF94E}">
      <dsp:nvSpPr>
        <dsp:cNvPr id="0" name=""/>
        <dsp:cNvSpPr/>
      </dsp:nvSpPr>
      <dsp:spPr>
        <a:xfrm>
          <a:off x="0" y="1350297"/>
          <a:ext cx="5354637" cy="122754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 dirty="0"/>
            <a:t>Aumento del costo di 1€</a:t>
          </a:r>
        </a:p>
      </dsp:txBody>
      <dsp:txXfrm>
        <a:off x="1193681" y="1350297"/>
        <a:ext cx="4160956" cy="1227542"/>
      </dsp:txXfrm>
    </dsp:sp>
    <dsp:sp modelId="{988A91FD-FE79-48B7-8191-A564448F871F}">
      <dsp:nvSpPr>
        <dsp:cNvPr id="0" name=""/>
        <dsp:cNvSpPr/>
      </dsp:nvSpPr>
      <dsp:spPr>
        <a:xfrm>
          <a:off x="122754" y="1473051"/>
          <a:ext cx="1070927" cy="9820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7D9724-0707-4612-BED3-AA3B2946EB52}">
      <dsp:nvSpPr>
        <dsp:cNvPr id="0" name=""/>
        <dsp:cNvSpPr/>
      </dsp:nvSpPr>
      <dsp:spPr>
        <a:xfrm>
          <a:off x="0" y="2700594"/>
          <a:ext cx="5354637" cy="122754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 dirty="0"/>
            <a:t>Cambiano le tappe del viaggio</a:t>
          </a:r>
        </a:p>
      </dsp:txBody>
      <dsp:txXfrm>
        <a:off x="1193681" y="2700594"/>
        <a:ext cx="4160956" cy="1227542"/>
      </dsp:txXfrm>
    </dsp:sp>
    <dsp:sp modelId="{A0463CCE-C43A-4D03-9051-3B17284DACF1}">
      <dsp:nvSpPr>
        <dsp:cNvPr id="0" name=""/>
        <dsp:cNvSpPr/>
      </dsp:nvSpPr>
      <dsp:spPr>
        <a:xfrm>
          <a:off x="122754" y="2823348"/>
          <a:ext cx="1070927" cy="9820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39696-F296-4BB0-9B0F-26CDA5633822}">
      <dsp:nvSpPr>
        <dsp:cNvPr id="0" name=""/>
        <dsp:cNvSpPr/>
      </dsp:nvSpPr>
      <dsp:spPr>
        <a:xfrm>
          <a:off x="0" y="0"/>
          <a:ext cx="5536179" cy="122754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 dirty="0"/>
            <a:t>Tempo consentito 823 minuti</a:t>
          </a:r>
        </a:p>
      </dsp:txBody>
      <dsp:txXfrm>
        <a:off x="1229990" y="0"/>
        <a:ext cx="4306188" cy="1227543"/>
      </dsp:txXfrm>
    </dsp:sp>
    <dsp:sp modelId="{2A633507-04F1-43F8-AFF9-E8BAE9DC3B27}">
      <dsp:nvSpPr>
        <dsp:cNvPr id="0" name=""/>
        <dsp:cNvSpPr/>
      </dsp:nvSpPr>
      <dsp:spPr>
        <a:xfrm>
          <a:off x="122754" y="122754"/>
          <a:ext cx="1107235" cy="9820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9DC911-A10B-4C77-95B7-57671A4FF94E}">
      <dsp:nvSpPr>
        <dsp:cNvPr id="0" name=""/>
        <dsp:cNvSpPr/>
      </dsp:nvSpPr>
      <dsp:spPr>
        <a:xfrm>
          <a:off x="0" y="1350297"/>
          <a:ext cx="5536179" cy="122754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 dirty="0"/>
            <a:t>Diminuzione del costo di 5€</a:t>
          </a:r>
        </a:p>
      </dsp:txBody>
      <dsp:txXfrm>
        <a:off x="1229990" y="1350297"/>
        <a:ext cx="4306188" cy="1227543"/>
      </dsp:txXfrm>
    </dsp:sp>
    <dsp:sp modelId="{988A91FD-FE79-48B7-8191-A564448F871F}">
      <dsp:nvSpPr>
        <dsp:cNvPr id="0" name=""/>
        <dsp:cNvSpPr/>
      </dsp:nvSpPr>
      <dsp:spPr>
        <a:xfrm>
          <a:off x="122754" y="1473051"/>
          <a:ext cx="1107235" cy="9820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7D9724-0707-4612-BED3-AA3B2946EB52}">
      <dsp:nvSpPr>
        <dsp:cNvPr id="0" name=""/>
        <dsp:cNvSpPr/>
      </dsp:nvSpPr>
      <dsp:spPr>
        <a:xfrm>
          <a:off x="0" y="2700594"/>
          <a:ext cx="5536179" cy="122754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 dirty="0"/>
            <a:t>Cambia l’ordine delle tappe</a:t>
          </a:r>
        </a:p>
      </dsp:txBody>
      <dsp:txXfrm>
        <a:off x="1229990" y="2700594"/>
        <a:ext cx="4306188" cy="1227543"/>
      </dsp:txXfrm>
    </dsp:sp>
    <dsp:sp modelId="{A0463CCE-C43A-4D03-9051-3B17284DACF1}">
      <dsp:nvSpPr>
        <dsp:cNvPr id="0" name=""/>
        <dsp:cNvSpPr/>
      </dsp:nvSpPr>
      <dsp:spPr>
        <a:xfrm>
          <a:off x="122754" y="2823349"/>
          <a:ext cx="1107235" cy="9820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B87AC-9D8F-4BD2-8739-9CC0404A1C82}">
      <dsp:nvSpPr>
        <dsp:cNvPr id="0" name=""/>
        <dsp:cNvSpPr/>
      </dsp:nvSpPr>
      <dsp:spPr>
        <a:xfrm>
          <a:off x="963445" y="106269"/>
          <a:ext cx="1327386" cy="132738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1AA01-363E-4934-9E3A-046C15C45FC9}">
      <dsp:nvSpPr>
        <dsp:cNvPr id="0" name=""/>
        <dsp:cNvSpPr/>
      </dsp:nvSpPr>
      <dsp:spPr>
        <a:xfrm>
          <a:off x="1246331" y="389155"/>
          <a:ext cx="761615" cy="7616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22C24-0488-4961-9A5F-5EBB5D70CC13}">
      <dsp:nvSpPr>
        <dsp:cNvPr id="0" name=""/>
        <dsp:cNvSpPr/>
      </dsp:nvSpPr>
      <dsp:spPr>
        <a:xfrm>
          <a:off x="539116" y="1847104"/>
          <a:ext cx="21760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800" kern="1200" dirty="0"/>
            <a:t>R</a:t>
          </a:r>
          <a:r>
            <a:rPr lang="it-IT" sz="1800" kern="1200" cap="none" baseline="0" dirty="0"/>
            <a:t>ange di prezzo:</a:t>
          </a:r>
          <a:br>
            <a:rPr lang="it-IT" sz="1800" kern="1200" cap="none" baseline="0" dirty="0"/>
          </a:br>
          <a:r>
            <a:rPr lang="it-IT" sz="1800" kern="1200" cap="none" baseline="0" dirty="0"/>
            <a:t>157€-264€</a:t>
          </a:r>
          <a:endParaRPr lang="en-US" sz="1800" kern="1200" cap="none" baseline="0" dirty="0"/>
        </a:p>
      </dsp:txBody>
      <dsp:txXfrm>
        <a:off x="539116" y="1847104"/>
        <a:ext cx="2176043" cy="720000"/>
      </dsp:txXfrm>
    </dsp:sp>
    <dsp:sp modelId="{629B3F52-0FBD-4C3A-BD06-2C783B3EF6B0}">
      <dsp:nvSpPr>
        <dsp:cNvPr id="0" name=""/>
        <dsp:cNvSpPr/>
      </dsp:nvSpPr>
      <dsp:spPr>
        <a:xfrm>
          <a:off x="3520296" y="106269"/>
          <a:ext cx="1327386" cy="132738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33988-0735-471C-A4C1-1DE128B4B165}">
      <dsp:nvSpPr>
        <dsp:cNvPr id="0" name=""/>
        <dsp:cNvSpPr/>
      </dsp:nvSpPr>
      <dsp:spPr>
        <a:xfrm>
          <a:off x="3803181" y="389155"/>
          <a:ext cx="761615" cy="7616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F4F98-F1DC-417D-B027-D778FDA35B23}">
      <dsp:nvSpPr>
        <dsp:cNvPr id="0" name=""/>
        <dsp:cNvSpPr/>
      </dsp:nvSpPr>
      <dsp:spPr>
        <a:xfrm>
          <a:off x="3095967" y="1847104"/>
          <a:ext cx="21760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kern="1200" cap="none" baseline="0" dirty="0"/>
            <a:t>Range di tempo: </a:t>
          </a:r>
          <a:br>
            <a:rPr lang="it-IT" sz="1900" kern="1200" cap="none" baseline="0" dirty="0"/>
          </a:br>
          <a:r>
            <a:rPr lang="it-IT" sz="1900" kern="1200" cap="none" baseline="0" dirty="0"/>
            <a:t>706-789 minuti</a:t>
          </a:r>
          <a:endParaRPr lang="en-US" sz="1900" kern="1200" cap="none" baseline="0" dirty="0"/>
        </a:p>
      </dsp:txBody>
      <dsp:txXfrm>
        <a:off x="3095967" y="1847104"/>
        <a:ext cx="2176043" cy="720000"/>
      </dsp:txXfrm>
    </dsp:sp>
    <dsp:sp modelId="{2C87EDE5-F9C4-4F11-B564-54CDAC7AA350}">
      <dsp:nvSpPr>
        <dsp:cNvPr id="0" name=""/>
        <dsp:cNvSpPr/>
      </dsp:nvSpPr>
      <dsp:spPr>
        <a:xfrm>
          <a:off x="963445" y="3111114"/>
          <a:ext cx="1327386" cy="132738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961BE-BB2C-4428-82B2-F046842CCBEA}">
      <dsp:nvSpPr>
        <dsp:cNvPr id="0" name=""/>
        <dsp:cNvSpPr/>
      </dsp:nvSpPr>
      <dsp:spPr>
        <a:xfrm>
          <a:off x="1246331" y="3394000"/>
          <a:ext cx="761615" cy="7616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892F8-4E42-41DB-870E-27069A3C801D}">
      <dsp:nvSpPr>
        <dsp:cNvPr id="0" name=""/>
        <dsp:cNvSpPr/>
      </dsp:nvSpPr>
      <dsp:spPr>
        <a:xfrm>
          <a:off x="539116" y="4851949"/>
          <a:ext cx="21760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kern="1200" cap="none" baseline="0" dirty="0"/>
            <a:t>Città più visitate: Barcellona e Marsiglia</a:t>
          </a:r>
          <a:endParaRPr lang="en-US" sz="1900" kern="1200" cap="none" baseline="0" dirty="0"/>
        </a:p>
      </dsp:txBody>
      <dsp:txXfrm>
        <a:off x="539116" y="4851949"/>
        <a:ext cx="2176043" cy="720000"/>
      </dsp:txXfrm>
    </dsp:sp>
    <dsp:sp modelId="{10053211-68D1-4488-826F-DB665CD2D207}">
      <dsp:nvSpPr>
        <dsp:cNvPr id="0" name=""/>
        <dsp:cNvSpPr/>
      </dsp:nvSpPr>
      <dsp:spPr>
        <a:xfrm>
          <a:off x="3520296" y="3111114"/>
          <a:ext cx="1327386" cy="132738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F2958-BE3F-43DC-A1A8-D9B6CD4697B4}">
      <dsp:nvSpPr>
        <dsp:cNvPr id="0" name=""/>
        <dsp:cNvSpPr/>
      </dsp:nvSpPr>
      <dsp:spPr>
        <a:xfrm>
          <a:off x="3803181" y="3394000"/>
          <a:ext cx="761615" cy="7616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89D24-4CD2-4181-9B4E-B1C3F9B491F6}">
      <dsp:nvSpPr>
        <dsp:cNvPr id="0" name=""/>
        <dsp:cNvSpPr/>
      </dsp:nvSpPr>
      <dsp:spPr>
        <a:xfrm>
          <a:off x="3095967" y="4851949"/>
          <a:ext cx="21760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kern="1200" cap="none" baseline="0" dirty="0"/>
            <a:t>Città meno visitate: Amsterdam e Vienna</a:t>
          </a:r>
          <a:endParaRPr lang="en-US" sz="1900" kern="1200" cap="none" baseline="0" dirty="0"/>
        </a:p>
      </dsp:txBody>
      <dsp:txXfrm>
        <a:off x="3095967" y="4851949"/>
        <a:ext cx="217604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AA638-4DFA-46C6-9F99-4ED1EEC49F45}" type="datetimeFigureOut">
              <a:rPr lang="it-IT" smtClean="0"/>
              <a:t>28/12/2022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B1560-7995-4989-8FC6-0C02C6BA49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98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0199A-987B-73AF-956C-BFAF2381E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988B070-1196-2E16-3D65-54851CA82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9573B1-4504-E97E-DF45-940459EC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2DA1-20B7-4F60-846F-7E15C928A826}" type="datetime1">
              <a:rPr lang="it-IT" smtClean="0"/>
              <a:t>28/12/2022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CA73F7-1C5E-A1A3-2CE2-B48A5A3C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Cerasoli Giovanni, Del Corso Lorenzo, </a:t>
            </a:r>
            <a:r>
              <a:rPr lang="it-IT" dirty="0" err="1"/>
              <a:t>Ricchebono</a:t>
            </a:r>
            <a:r>
              <a:rPr lang="it-IT" dirty="0"/>
              <a:t> Alessandro MDAE 2022/2023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37BFE9-0CC4-8AC4-5100-1E8B917C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22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FF85EB-A75E-81E7-607C-B65BDBA6E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746F20-2BCC-27D3-BF33-6542EBACF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739655-8AB9-6B60-A67E-686CF557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85F9F-3BD4-49F0-88A1-3ED85ED8D15E}" type="datetime1">
              <a:rPr lang="it-IT" smtClean="0"/>
              <a:t>28/12/2022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909099-D05A-4E68-6482-66A9CF25D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Cerasoli Giovanni, Del Corso Lorenzo, </a:t>
            </a:r>
            <a:r>
              <a:rPr lang="it-IT" dirty="0" err="1"/>
              <a:t>Ricchebono</a:t>
            </a:r>
            <a:r>
              <a:rPr lang="it-IT" dirty="0"/>
              <a:t> Alessandro MDAE 2022/2023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744D5C-8164-C8F0-AA1E-171C1997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959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6797D4-F64A-6486-0B46-2DB2C4F5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B84D84-BBDD-7EDB-FABD-C780E964E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F05A402-4701-D131-C8E9-AC4AC0E5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A4C1B-57B1-4323-A629-52BD7E2560B8}" type="datetime1">
              <a:rPr lang="it-IT" smtClean="0"/>
              <a:t>28/12/2022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4AA48C-1EB5-A20B-CCA1-6E333224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Cerasoli Giovanni, Del Corso Lorenzo, </a:t>
            </a:r>
            <a:r>
              <a:rPr lang="it-IT" dirty="0" err="1"/>
              <a:t>Ricchebono</a:t>
            </a:r>
            <a:r>
              <a:rPr lang="it-IT" dirty="0"/>
              <a:t> Alessandro MDAE 2022/2023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D131AD-6E8B-DE44-A1D4-188C3995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628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9D56A6-457F-46D4-9762-C82C2248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4E3CEB-DB95-3EE3-747F-05453D097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EA27E8-B5C5-DB07-9387-AF4360684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8D050DB-9C76-B8C7-6958-E99DBFDDCC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258029-72F0-4BBA-BCE7-ABF87D956364}" type="datetime1">
              <a:rPr lang="it-IT" smtClean="0"/>
              <a:t>28/12/2022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D64B906-E526-1D9F-B66D-43BCB698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Cerasoli Giovanni, Del Corso Lorenzo, Ricchebono Alessandro MDAE 2022/2023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3899B7-3E9C-15D5-DD9E-0CE6CFE9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7876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A86B0F-D563-2A89-4743-0B5A0884C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1910C2-4828-4A19-4D8B-C3A03F04F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E2A82DB-0D71-AB14-93B8-39A9B0A96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6D3775-D2EB-0742-EDA9-E840758A1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7417380-C7C0-5FEC-C324-BB1EEEAD7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FF74870-36D5-FE4B-11AC-C5BC5EDB2A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A37C424-5771-4FA9-9D07-D083E6141E52}" type="datetime1">
              <a:rPr lang="it-IT" smtClean="0"/>
              <a:t>28/12/2022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2770011-DCBF-2E11-722A-8772A2DF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Cerasoli Giovanni, Del Corso Lorenzo, Ricchebono Alessandro MDAE 2022/2023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F0B10CA-4FDC-E4ED-96AE-F4443A5C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844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C2C849-269C-5AE2-1AFD-6F5A206AB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6A2376A-6F7D-3278-7A96-CBEDA8C2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5AE8F9-4652-4901-8718-02414C755CA4}" type="datetime1">
              <a:rPr lang="it-IT" smtClean="0"/>
              <a:t>28/12/2022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09FEE0-1EDC-6CEE-239C-8B6E7078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Cerasoli Giovanni, Del Corso Lorenzo, Ricchebono Alessandro MDAE 2022/2023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311BE41-015C-F434-C1E8-9C8AE4F2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480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73C159F-80F9-B473-D065-6DDECA54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2558C1-2B09-41C6-BD71-62BFF610F8D0}" type="datetime1">
              <a:rPr lang="it-IT" smtClean="0"/>
              <a:t>28/12/2022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E24B434-7EBA-DDCB-E7ED-57C4B0AB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Cerasoli Giovanni, Del Corso Lorenzo, Ricchebono Alessandro MDAE 2022/2023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F9DCF6-3BED-A1B6-4847-2739865E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84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8E3448-288D-63F0-8040-8B995198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D0EE81-9985-C917-739C-25F2BF55F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A0F388F-3978-D84B-CA23-78B82766B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60021D7-E9EE-3791-4D30-2D7B52FF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DE178-BD19-4018-A9A1-667AC0E0D157}" type="datetime1">
              <a:rPr lang="it-IT" smtClean="0"/>
              <a:t>28/12/2022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646961C-3FDC-9B39-203D-4E344876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Cerasoli Giovanni, Del Corso Lorenzo, Ricchebono Alessandro MDAE 2022/2023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134B5F8-4AE8-371B-7D77-0C4C2106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603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A4F3A4-4475-0278-DB57-D546ED07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6C06B04-05AE-D660-5CB3-3F883FCB6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E2EB644-F6CB-8E57-19A5-83507FE5A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D5BA04A-5D44-1FBD-F1C6-D8670289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9CC3FB-2F34-443F-BDE8-A742D99DD58D}" type="datetime1">
              <a:rPr lang="it-IT" smtClean="0"/>
              <a:t>28/12/2022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70E0C2A-5FE1-C913-2413-A4D45662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Cerasoli Giovanni, Del Corso Lorenzo, Ricchebono Alessandro MDAE 2022/2023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A5FDFC3-849C-A287-0983-70941B03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690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C13C21-A349-7EEF-FE37-D189CEDF0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A5DA6B9-300D-0021-288A-2F75E4CD6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2C3E26-2685-252B-22E5-78D0C5C1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E4AEC1-8312-468F-9AF8-ADA09BB1921C}" type="datetime1">
              <a:rPr lang="it-IT" smtClean="0"/>
              <a:t>28/12/2022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A037AE-42B3-948C-1516-4D4C9B58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Cerasoli Giovanni, Del Corso Lorenzo, Ricchebono Alessandro MDAE 2022/2023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51BC49-F19F-CB4F-2CF3-0F418D63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9187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714A593-D14B-8DEC-491A-80A030794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D7E43E6-E4C2-F1CA-DADC-4D91DE520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44B997F-A4BF-B708-13E9-5F8D4FB0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B2940C-B726-4237-969E-77AA33DDAB77}" type="datetime1">
              <a:rPr lang="it-IT" smtClean="0"/>
              <a:t>28/12/2022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66072C-A77E-809C-7038-00C0C9DC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Cerasoli Giovanni, Del Corso Lorenzo, Ricchebono Alessandro MDAE 2022/2023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4EB7C3-247B-F366-0813-0A78FC82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06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9C77920-9952-801F-1F50-0162ABA4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A47FE8F-5B31-1695-342D-1F72763E5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41EE7B-0C0B-8642-166F-5395AA16E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3BFEC-E097-4A15-AD96-3A12BDC5ABC6}" type="datetime1">
              <a:rPr lang="it-IT" smtClean="0"/>
              <a:t>28/12/2022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72BCDB-A1B1-B7D7-0CA3-E9B43E9F1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Cerasoli Giovanni, Del Corso Lorenzo, </a:t>
            </a:r>
            <a:r>
              <a:rPr lang="it-IT" dirty="0" err="1"/>
              <a:t>Ricchebono</a:t>
            </a:r>
            <a:r>
              <a:rPr lang="it-IT" dirty="0"/>
              <a:t> Alessandro MDAE 2022/2023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3C98A1-90A8-C646-9F87-1E5F9B7E0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64EA-7A84-4E0C-BD59-34BF05A815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435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travel.org/wiki/en/index.php?title=File:Europe_regions.png&amp;dir=pre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travel.org/wiki/en/index.php?title=File:Europe_regions.png&amp;dir=pre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travel.org/wiki/en/index.php?title=File:Europe_regions.png&amp;dir=pre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hyperlink" Target="https://wikitravel.org/wiki/en/index.php?title=File:Europe_regions.png&amp;dir=prev" TargetMode="External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5" Type="http://schemas.openxmlformats.org/officeDocument/2006/relationships/image" Target="../media/image13.png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openxmlformats.org/officeDocument/2006/relationships/image" Target="../media/image24.png"/><Relationship Id="rId3" Type="http://schemas.openxmlformats.org/officeDocument/2006/relationships/hyperlink" Target="https://wikitravel.org/wiki/en/index.php?title=File:Europe_regions.png&amp;dir=prev" TargetMode="External"/><Relationship Id="rId7" Type="http://schemas.openxmlformats.org/officeDocument/2006/relationships/diagramColors" Target="../diagrams/colors4.xml"/><Relationship Id="rId12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image" Target="../media/image22.png"/><Relationship Id="rId5" Type="http://schemas.openxmlformats.org/officeDocument/2006/relationships/diagramLayout" Target="../diagrams/layout4.xml"/><Relationship Id="rId10" Type="http://schemas.openxmlformats.org/officeDocument/2006/relationships/image" Target="../media/image21.png"/><Relationship Id="rId4" Type="http://schemas.openxmlformats.org/officeDocument/2006/relationships/diagramData" Target="../diagrams/data4.xml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travel.org/wiki/en/index.php?title=File:Europe_regions.png&amp;dir=pre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travel.org/wiki/en/index.php?title=File:Europe_regions.png&amp;dir=pre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travel.org/wiki/en/index.php?title=File:Europe_regions.png&amp;dir=pre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3" Type="http://schemas.openxmlformats.org/officeDocument/2006/relationships/hyperlink" Target="https://wikitravel.org/wiki/en/index.php?title=File:Europe_regions.png&amp;dir=prev" TargetMode="External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0" Type="http://schemas.openxmlformats.org/officeDocument/2006/relationships/diagramLayout" Target="../diagrams/layout6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magine 24" descr="Immagine che contiene mappa&#10;&#10;Descrizione generata automaticamente">
            <a:extLst>
              <a:ext uri="{FF2B5EF4-FFF2-40B4-BE49-F238E27FC236}">
                <a16:creationId xmlns:a16="http://schemas.microsoft.com/office/drawing/2014/main" id="{160668FA-1BE9-B8B5-BDA8-BE9221DB04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514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D58D268-BBF7-6A44-67EF-E6A2EA0FB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it-IT" sz="6600" b="1" dirty="0">
                <a:solidFill>
                  <a:srgbClr val="FFFFFF"/>
                </a:solidFill>
              </a:rPr>
              <a:t>PROJECT WORK</a:t>
            </a:r>
            <a:br>
              <a:rPr lang="it-IT" sz="6600" b="1" dirty="0">
                <a:solidFill>
                  <a:srgbClr val="FFFFFF"/>
                </a:solidFill>
              </a:rPr>
            </a:br>
            <a:r>
              <a:rPr lang="it-IT" sz="2400" b="1" dirty="0">
                <a:solidFill>
                  <a:srgbClr val="FFFFFF"/>
                </a:solidFill>
              </a:rPr>
              <a:t>Metodi Decisionali per l’Analisi Economica</a:t>
            </a:r>
            <a:endParaRPr lang="it-IT" sz="6600" b="1" dirty="0">
              <a:solidFill>
                <a:srgbClr val="FFFFFF"/>
              </a:solidFill>
            </a:endParaRPr>
          </a:p>
        </p:txBody>
      </p:sp>
      <p:sp>
        <p:nvSpPr>
          <p:cNvPr id="45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rgbClr val="FFFFFF">
                <a:alpha val="75000"/>
              </a:srgb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7A01B0A-F9F7-23A6-48F5-C0CD4033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Cerasoli Giovanni, Del Corso Lorenzo, </a:t>
            </a:r>
            <a:r>
              <a:rPr lang="it-IT" dirty="0" err="1"/>
              <a:t>Ricchebono</a:t>
            </a:r>
            <a:r>
              <a:rPr lang="it-IT" dirty="0"/>
              <a:t> Alessandro MDAE 2022/2023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10B4D74-66CA-8D51-3F06-85E2F14E3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1604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D91C7E8-DFEE-7079-4BED-89110CD18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 algn="just"/>
            <a:r>
              <a:rPr lang="it-IT" sz="5400" b="1" dirty="0"/>
              <a:t>Definizione del problema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BCC682-FB25-47C6-1072-BBCB60AA6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it-IT" sz="1900" dirty="0"/>
              <a:t>Minimizzazione costi di trasporto per un viaggio in 5 città europee</a:t>
            </a:r>
          </a:p>
          <a:p>
            <a:r>
              <a:rPr lang="it-IT" sz="1900" dirty="0"/>
              <a:t>8 città tra cui scegliere: </a:t>
            </a:r>
            <a:br>
              <a:rPr lang="it-IT" sz="1900" dirty="0"/>
            </a:br>
            <a:r>
              <a:rPr lang="it-IT" sz="1900" dirty="0"/>
              <a:t>Genova, Marsiglia, Parigi, Barcellona, Madrid, Bruxelles, Amsterdam, Vienna</a:t>
            </a:r>
          </a:p>
          <a:p>
            <a:r>
              <a:rPr lang="it-IT" sz="1900" dirty="0"/>
              <a:t>3 possibili mezzi di trasporto:</a:t>
            </a:r>
            <a:br>
              <a:rPr lang="it-IT" sz="1900" dirty="0"/>
            </a:br>
            <a:r>
              <a:rPr lang="it-IT" sz="1900" dirty="0"/>
              <a:t>aereo, treno o pullman</a:t>
            </a:r>
          </a:p>
          <a:p>
            <a:r>
              <a:rPr lang="it-IT" sz="1900" dirty="0"/>
              <a:t>Tempo totale di viaggio minore o uguale a 800 minuti</a:t>
            </a:r>
          </a:p>
          <a:p>
            <a:r>
              <a:rPr lang="it-IT" sz="1900" dirty="0"/>
              <a:t>Genova città di partenza ed arrivo</a:t>
            </a:r>
          </a:p>
        </p:txBody>
      </p:sp>
      <p:pic>
        <p:nvPicPr>
          <p:cNvPr id="4" name="Immagine 3" descr="Immagine che contiene mappa&#10;&#10;Descrizione generata automaticamente">
            <a:extLst>
              <a:ext uri="{FF2B5EF4-FFF2-40B4-BE49-F238E27FC236}">
                <a16:creationId xmlns:a16="http://schemas.microsoft.com/office/drawing/2014/main" id="{40949E6F-CFFF-C696-5C59-61D2B88EDB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2484" b="-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CD0706-8561-FEB6-A6CF-472AF6DC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07497A-55BC-538B-4A1B-4C2D5A94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185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E70600D-11C7-9B29-0A56-F2E2D390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it-IT" sz="5400" b="1" dirty="0"/>
              <a:t>Raccolta e analisi dati</a:t>
            </a:r>
          </a:p>
        </p:txBody>
      </p:sp>
      <p:sp>
        <p:nvSpPr>
          <p:cNvPr id="3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CD38AC-C9C7-344C-60F7-5193A735A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456" y="644652"/>
            <a:ext cx="6007608" cy="1554480"/>
          </a:xfrm>
        </p:spPr>
        <p:txBody>
          <a:bodyPr anchor="ctr">
            <a:normAutofit fontScale="77500" lnSpcReduction="20000"/>
          </a:bodyPr>
          <a:lstStyle/>
          <a:p>
            <a:endParaRPr lang="it-IT" sz="2200" dirty="0"/>
          </a:p>
          <a:p>
            <a:pPr>
              <a:buClr>
                <a:schemeClr val="accent2"/>
              </a:buClr>
              <a:buSzPct val="50000"/>
              <a:buFont typeface="Wingdings" panose="05000000000000000000" pitchFamily="2" charset="2"/>
              <a:buChar char="Ø"/>
            </a:pPr>
            <a:r>
              <a:rPr lang="it-IT" sz="3100" dirty="0"/>
              <a:t>Costi e tempi di viaggio tra una città e l’altra riferiti al 1° marzo 2023</a:t>
            </a:r>
          </a:p>
          <a:p>
            <a:pPr>
              <a:buClr>
                <a:schemeClr val="accent2"/>
              </a:buClr>
              <a:buSzPct val="50000"/>
              <a:buFont typeface="Wingdings" panose="05000000000000000000" pitchFamily="2" charset="2"/>
              <a:buChar char="Ø"/>
            </a:pPr>
            <a:r>
              <a:rPr lang="it-IT" sz="3100" dirty="0"/>
              <a:t>Dati presi dai siti web:</a:t>
            </a:r>
            <a:br>
              <a:rPr lang="it-IT" sz="3100" dirty="0"/>
            </a:br>
            <a:r>
              <a:rPr lang="it-IT" sz="3100" dirty="0"/>
              <a:t>thetrainline.com, flixbus.it e skyscanner.it</a:t>
            </a:r>
          </a:p>
          <a:p>
            <a:pPr marL="0" indent="0">
              <a:buNone/>
            </a:pPr>
            <a:endParaRPr lang="it-IT" sz="2200" dirty="0"/>
          </a:p>
        </p:txBody>
      </p:sp>
      <p:pic>
        <p:nvPicPr>
          <p:cNvPr id="6" name="Immagine 5" descr="Immagine che contiene mappa&#10;&#10;Descrizione generata automaticamente">
            <a:extLst>
              <a:ext uri="{FF2B5EF4-FFF2-40B4-BE49-F238E27FC236}">
                <a16:creationId xmlns:a16="http://schemas.microsoft.com/office/drawing/2014/main" id="{AE6BE1B3-9211-D076-B4D7-9F5F25FD7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514" r="-1" b="-1"/>
          <a:stretch/>
        </p:blipFill>
        <p:spPr>
          <a:xfrm>
            <a:off x="466344" y="2870633"/>
            <a:ext cx="5468112" cy="3076597"/>
          </a:xfrm>
          <a:prstGeom prst="rect">
            <a:avLst/>
          </a:prstGeom>
        </p:spPr>
      </p:pic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20F6BAB3-BDDF-A348-B8A6-A6C2B936E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379057"/>
              </p:ext>
            </p:extLst>
          </p:nvPr>
        </p:nvGraphicFramePr>
        <p:xfrm>
          <a:off x="6254496" y="3212011"/>
          <a:ext cx="5468114" cy="2393846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756886">
                  <a:extLst>
                    <a:ext uri="{9D8B030D-6E8A-4147-A177-3AD203B41FA5}">
                      <a16:colId xmlns:a16="http://schemas.microsoft.com/office/drawing/2014/main" val="71892000"/>
                    </a:ext>
                  </a:extLst>
                </a:gridCol>
                <a:gridCol w="574213">
                  <a:extLst>
                    <a:ext uri="{9D8B030D-6E8A-4147-A177-3AD203B41FA5}">
                      <a16:colId xmlns:a16="http://schemas.microsoft.com/office/drawing/2014/main" val="3108514837"/>
                    </a:ext>
                  </a:extLst>
                </a:gridCol>
                <a:gridCol w="542277">
                  <a:extLst>
                    <a:ext uri="{9D8B030D-6E8A-4147-A177-3AD203B41FA5}">
                      <a16:colId xmlns:a16="http://schemas.microsoft.com/office/drawing/2014/main" val="1903281442"/>
                    </a:ext>
                  </a:extLst>
                </a:gridCol>
                <a:gridCol w="693014">
                  <a:extLst>
                    <a:ext uri="{9D8B030D-6E8A-4147-A177-3AD203B41FA5}">
                      <a16:colId xmlns:a16="http://schemas.microsoft.com/office/drawing/2014/main" val="1624261786"/>
                    </a:ext>
                  </a:extLst>
                </a:gridCol>
                <a:gridCol w="518006">
                  <a:extLst>
                    <a:ext uri="{9D8B030D-6E8A-4147-A177-3AD203B41FA5}">
                      <a16:colId xmlns:a16="http://schemas.microsoft.com/office/drawing/2014/main" val="3480029173"/>
                    </a:ext>
                  </a:extLst>
                </a:gridCol>
                <a:gridCol w="483515">
                  <a:extLst>
                    <a:ext uri="{9D8B030D-6E8A-4147-A177-3AD203B41FA5}">
                      <a16:colId xmlns:a16="http://schemas.microsoft.com/office/drawing/2014/main" val="121927720"/>
                    </a:ext>
                  </a:extLst>
                </a:gridCol>
                <a:gridCol w="603594">
                  <a:extLst>
                    <a:ext uri="{9D8B030D-6E8A-4147-A177-3AD203B41FA5}">
                      <a16:colId xmlns:a16="http://schemas.microsoft.com/office/drawing/2014/main" val="1435820854"/>
                    </a:ext>
                  </a:extLst>
                </a:gridCol>
                <a:gridCol w="694292">
                  <a:extLst>
                    <a:ext uri="{9D8B030D-6E8A-4147-A177-3AD203B41FA5}">
                      <a16:colId xmlns:a16="http://schemas.microsoft.com/office/drawing/2014/main" val="26218461"/>
                    </a:ext>
                  </a:extLst>
                </a:gridCol>
                <a:gridCol w="602317">
                  <a:extLst>
                    <a:ext uri="{9D8B030D-6E8A-4147-A177-3AD203B41FA5}">
                      <a16:colId xmlns:a16="http://schemas.microsoft.com/office/drawing/2014/main" val="3700850852"/>
                    </a:ext>
                  </a:extLst>
                </a:gridCol>
              </a:tblGrid>
              <a:tr h="292125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000" b="1" cap="none" spc="0" dirty="0">
                          <a:solidFill>
                            <a:schemeClr val="bg1"/>
                          </a:solidFill>
                          <a:effectLst/>
                        </a:rPr>
                        <a:t>PULLMAN</a:t>
                      </a:r>
                      <a:endParaRPr lang="it-IT" sz="1000" b="1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50357" marB="503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it-IT" sz="1000" b="1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50357" marB="503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it-IT" sz="1000" b="1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50357" marB="503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it-IT" sz="1000" b="1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50357" marB="503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it-IT" sz="1000" b="1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50357" marB="503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it-IT" sz="1000" b="1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50357" marB="503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it-IT" sz="1000" b="1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50357" marB="503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it-IT" sz="1000" b="1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50357" marB="503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830991"/>
                  </a:ext>
                </a:extLst>
              </a:tr>
              <a:tr h="335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b="1" cap="none" spc="0">
                          <a:solidFill>
                            <a:schemeClr val="tx1"/>
                          </a:solidFill>
                          <a:effectLst/>
                        </a:rPr>
                        <a:t>COSTO</a:t>
                      </a:r>
                      <a:endParaRPr lang="it-IT" sz="8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GENOVA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MADRID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BARCELLONA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VIENNA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PARIGI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MARSIGLIA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AMSTERDAM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BRUXELLES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797205"/>
                  </a:ext>
                </a:extLst>
              </a:tr>
              <a:tr h="2043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b="1" cap="none" spc="0">
                          <a:solidFill>
                            <a:schemeClr val="tx1"/>
                          </a:solidFill>
                          <a:effectLst/>
                        </a:rPr>
                        <a:t>GENOVA</a:t>
                      </a:r>
                      <a:endParaRPr lang="it-IT" sz="8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28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46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38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44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179951"/>
                  </a:ext>
                </a:extLst>
              </a:tr>
              <a:tr h="2043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b="1" cap="none" spc="0">
                          <a:solidFill>
                            <a:schemeClr val="tx1"/>
                          </a:solidFill>
                          <a:effectLst/>
                        </a:rPr>
                        <a:t>MADRID</a:t>
                      </a:r>
                      <a:endParaRPr lang="it-IT" sz="8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83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 dirty="0">
                          <a:solidFill>
                            <a:schemeClr val="tx1"/>
                          </a:solidFill>
                          <a:effectLst/>
                        </a:rPr>
                        <a:t>35</a:t>
                      </a:r>
                      <a:endParaRPr lang="it-IT" sz="8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104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39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79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679792"/>
                  </a:ext>
                </a:extLst>
              </a:tr>
              <a:tr h="335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b="1" cap="none" spc="0">
                          <a:solidFill>
                            <a:schemeClr val="tx1"/>
                          </a:solidFill>
                          <a:effectLst/>
                        </a:rPr>
                        <a:t>BARCELLONA</a:t>
                      </a:r>
                      <a:endParaRPr lang="it-IT" sz="8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28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39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87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50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06198"/>
                  </a:ext>
                </a:extLst>
              </a:tr>
              <a:tr h="2043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b="1" cap="none" spc="0">
                          <a:solidFill>
                            <a:schemeClr val="tx1"/>
                          </a:solidFill>
                          <a:effectLst/>
                        </a:rPr>
                        <a:t>VIENNA</a:t>
                      </a:r>
                      <a:endParaRPr lang="it-IT" sz="8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58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104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105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35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867606"/>
                  </a:ext>
                </a:extLst>
              </a:tr>
              <a:tr h="2043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b="1" cap="none" spc="0">
                          <a:solidFill>
                            <a:schemeClr val="tx1"/>
                          </a:solidFill>
                          <a:effectLst/>
                        </a:rPr>
                        <a:t>PARIGI</a:t>
                      </a:r>
                      <a:endParaRPr lang="it-IT" sz="8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38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39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829414"/>
                  </a:ext>
                </a:extLst>
              </a:tr>
              <a:tr h="2043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b="1" cap="none" spc="0">
                          <a:solidFill>
                            <a:schemeClr val="tx1"/>
                          </a:solidFill>
                          <a:effectLst/>
                        </a:rPr>
                        <a:t>MARSIGLIA</a:t>
                      </a:r>
                      <a:endParaRPr lang="it-IT" sz="8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52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103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69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257232"/>
                  </a:ext>
                </a:extLst>
              </a:tr>
              <a:tr h="2043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b="1" cap="none" spc="0">
                          <a:solidFill>
                            <a:schemeClr val="tx1"/>
                          </a:solidFill>
                          <a:effectLst/>
                        </a:rPr>
                        <a:t>AMSTERDAM</a:t>
                      </a:r>
                      <a:endParaRPr lang="it-IT" sz="8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79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46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69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037230"/>
                  </a:ext>
                </a:extLst>
              </a:tr>
              <a:tr h="2043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b="1" cap="none" spc="0">
                          <a:solidFill>
                            <a:schemeClr val="tx1"/>
                          </a:solidFill>
                          <a:effectLst/>
                        </a:rPr>
                        <a:t>BRUXELLES</a:t>
                      </a:r>
                      <a:endParaRPr lang="it-IT" sz="8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39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it-IT" sz="8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800" cap="none" spc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it-IT" sz="8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50" marR="25179" marT="0" marB="50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716393"/>
                  </a:ext>
                </a:extLst>
              </a:tr>
            </a:tbl>
          </a:graphicData>
        </a:graphic>
      </p:graphicFrame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6BE56B8-2977-1B21-0124-42654D90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3</a:t>
            </a:fld>
            <a:endParaRPr lang="it-IT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708C2BA3-6C80-19DB-6673-D45A7F8ABE45}"/>
              </a:ext>
            </a:extLst>
          </p:cNvPr>
          <p:cNvSpPr txBox="1">
            <a:spLocks/>
          </p:cNvSpPr>
          <p:nvPr/>
        </p:nvSpPr>
        <p:spPr>
          <a:xfrm>
            <a:off x="838200" y="63432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900"/>
              <a:t>Cerasoli Giovanni, Del Corso Lorenzo, Ricchebono Alessandro MDAE 2022/2023</a:t>
            </a:r>
            <a:endParaRPr lang="it-IT" sz="900" dirty="0"/>
          </a:p>
        </p:txBody>
      </p:sp>
    </p:spTree>
    <p:extLst>
      <p:ext uri="{BB962C8B-B14F-4D97-AF65-F5344CB8AC3E}">
        <p14:creationId xmlns:p14="http://schemas.microsoft.com/office/powerpoint/2010/main" val="72134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EB431A3-1815-BCAA-1040-A703C730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 err="1"/>
              <a:t>Formulazione</a:t>
            </a:r>
            <a:r>
              <a:rPr lang="en-US" sz="5400" b="1" dirty="0"/>
              <a:t> del </a:t>
            </a:r>
            <a:r>
              <a:rPr lang="en-US" sz="5400" b="1" dirty="0" err="1"/>
              <a:t>modello</a:t>
            </a:r>
            <a:endParaRPr lang="en-US" sz="5400" b="1" dirty="0"/>
          </a:p>
        </p:txBody>
      </p:sp>
      <p:sp>
        <p:nvSpPr>
          <p:cNvPr id="5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Segnaposto contenuto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AC5CD353-99D2-4815-9EB6-FBAFF26E9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554" y="4491688"/>
            <a:ext cx="4014216" cy="1878519"/>
          </a:xfrm>
          <a:prstGeom prst="rect">
            <a:avLst/>
          </a:prstGeom>
        </p:spPr>
      </p:pic>
      <p:pic>
        <p:nvPicPr>
          <p:cNvPr id="8" name="Segnaposto contenuto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E1AD195F-4DEB-21A7-9FBA-57433379A9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554" y="2734832"/>
            <a:ext cx="4728684" cy="1409384"/>
          </a:xfrm>
          <a:prstGeom prst="rect">
            <a:avLst/>
          </a:prstGeom>
        </p:spPr>
      </p:pic>
      <p:graphicFrame>
        <p:nvGraphicFramePr>
          <p:cNvPr id="39" name="Content Placeholder 24">
            <a:extLst>
              <a:ext uri="{FF2B5EF4-FFF2-40B4-BE49-F238E27FC236}">
                <a16:creationId xmlns:a16="http://schemas.microsoft.com/office/drawing/2014/main" id="{D2DDE9CF-AF83-D9EE-B244-DF2C28A5964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18962509"/>
              </p:ext>
            </p:extLst>
          </p:nvPr>
        </p:nvGraphicFramePr>
        <p:xfrm>
          <a:off x="640080" y="2459736"/>
          <a:ext cx="6949440" cy="3730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ED08BA9-DDF7-CD70-2AF4-E957244E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4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1A529177-5F7F-9FC3-0DB3-9B43288A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</p:spTree>
    <p:extLst>
      <p:ext uri="{BB962C8B-B14F-4D97-AF65-F5344CB8AC3E}">
        <p14:creationId xmlns:p14="http://schemas.microsoft.com/office/powerpoint/2010/main" val="394265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6960771C-78C9-405C-8DAD-0050CDE7B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graphicEl>
                                              <a:dgm id="{6960771C-78C9-405C-8DAD-0050CDE7B9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2441ED06-36EE-4A4F-A5F4-BE048A0007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>
                                            <p:graphicEl>
                                              <a:dgm id="{2441ED06-36EE-4A4F-A5F4-BE048A0007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010FFDE7-99DC-4299-9835-08C665A467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graphicEl>
                                              <a:dgm id="{010FFDE7-99DC-4299-9835-08C665A467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B7BBB4ED-CFE6-409B-BD71-44F52CE23F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graphicEl>
                                              <a:dgm id="{B7BBB4ED-CFE6-409B-BD71-44F52CE23F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magine 40" descr="Immagine che contiene mappa">
            <a:extLst>
              <a:ext uri="{FF2B5EF4-FFF2-40B4-BE49-F238E27FC236}">
                <a16:creationId xmlns:a16="http://schemas.microsoft.com/office/drawing/2014/main" id="{DB8A060B-B7F4-9E55-4755-50C4855B37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514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4" name="Titolo 3">
            <a:extLst>
              <a:ext uri="{FF2B5EF4-FFF2-40B4-BE49-F238E27FC236}">
                <a16:creationId xmlns:a16="http://schemas.microsoft.com/office/drawing/2014/main" id="{27B288AD-3BF4-5364-C6BD-20D4FD64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85" y="103320"/>
            <a:ext cx="10515600" cy="1325563"/>
          </a:xfrm>
        </p:spPr>
        <p:txBody>
          <a:bodyPr>
            <a:normAutofit/>
          </a:bodyPr>
          <a:lstStyle/>
          <a:p>
            <a:r>
              <a:rPr lang="it-IT" sz="5400" b="1" dirty="0"/>
              <a:t>Vincoli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8A3C525-BA23-D671-6625-B90164F1B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graphicFrame>
        <p:nvGraphicFramePr>
          <p:cNvPr id="9" name="Segnaposto contenuto 5">
            <a:extLst>
              <a:ext uri="{FF2B5EF4-FFF2-40B4-BE49-F238E27FC236}">
                <a16:creationId xmlns:a16="http://schemas.microsoft.com/office/drawing/2014/main" id="{E8C9A222-3861-30C6-0435-5D7A933B80CC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537357946"/>
              </p:ext>
            </p:extLst>
          </p:nvPr>
        </p:nvGraphicFramePr>
        <p:xfrm>
          <a:off x="6606069" y="792024"/>
          <a:ext cx="5181600" cy="5062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21" name="Segnaposto contenuto 5">
            <a:extLst>
              <a:ext uri="{FF2B5EF4-FFF2-40B4-BE49-F238E27FC236}">
                <a16:creationId xmlns:a16="http://schemas.microsoft.com/office/drawing/2014/main" id="{A2288B0A-AA6A-D5CB-4D74-69778B0B0A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1898964"/>
              </p:ext>
            </p:extLst>
          </p:nvPr>
        </p:nvGraphicFramePr>
        <p:xfrm>
          <a:off x="404333" y="1502908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4" name="Immagine 33" descr="Immagine che contiene testo">
            <a:extLst>
              <a:ext uri="{FF2B5EF4-FFF2-40B4-BE49-F238E27FC236}">
                <a16:creationId xmlns:a16="http://schemas.microsoft.com/office/drawing/2014/main" id="{841931E6-46FB-A4C1-DE2C-DD3AADF970B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568" y="2362743"/>
            <a:ext cx="3970364" cy="1508891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C4C593F9-C146-D60E-76EE-80E2D73701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214" y="5520245"/>
            <a:ext cx="1592718" cy="403895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8E3F7C06-2705-40B5-6AB6-158BAD7DFAF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089" y="2529432"/>
            <a:ext cx="2057578" cy="320068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ADF2CF11-B632-42FB-B63E-8C2E36B3DC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329" y="5558348"/>
            <a:ext cx="1821338" cy="327688"/>
          </a:xfrm>
          <a:prstGeom prst="rect">
            <a:avLst/>
          </a:prstGeom>
        </p:spPr>
      </p:pic>
      <p:sp>
        <p:nvSpPr>
          <p:cNvPr id="43" name="Segnaposto numero diapositiva 42">
            <a:extLst>
              <a:ext uri="{FF2B5EF4-FFF2-40B4-BE49-F238E27FC236}">
                <a16:creationId xmlns:a16="http://schemas.microsoft.com/office/drawing/2014/main" id="{802A08C2-32EB-3987-24E9-707A0532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5</a:t>
            </a:fld>
            <a:endParaRPr lang="it-IT"/>
          </a:p>
        </p:txBody>
      </p:sp>
      <p:sp>
        <p:nvSpPr>
          <p:cNvPr id="2" name="Segnaposto piè di pagina 4">
            <a:extLst>
              <a:ext uri="{FF2B5EF4-FFF2-40B4-BE49-F238E27FC236}">
                <a16:creationId xmlns:a16="http://schemas.microsoft.com/office/drawing/2014/main" id="{9D40D114-367B-6BBF-BDD1-2CD8D76E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</p:spTree>
    <p:extLst>
      <p:ext uri="{BB962C8B-B14F-4D97-AF65-F5344CB8AC3E}">
        <p14:creationId xmlns:p14="http://schemas.microsoft.com/office/powerpoint/2010/main" val="27278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7479D0B8-7177-4F31-9B98-4EE9518526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graphicEl>
                                              <a:dgm id="{7479D0B8-7177-4F31-9B98-4EE9518526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93F2462F-DB97-4DEA-9A78-BB9D1D0C97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graphicEl>
                                              <a:dgm id="{93F2462F-DB97-4DEA-9A78-BB9D1D0C97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508CC69D-0114-467F-AD9B-D7745BB779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graphicEl>
                                              <a:dgm id="{508CC69D-0114-467F-AD9B-D7745BB779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8CB103F5-1E3C-469D-93C9-E405C05C0F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>
                                            <p:graphicEl>
                                              <a:dgm id="{8CB103F5-1E3C-469D-93C9-E405C05C0F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169B7499-C792-46E1-AC4A-872798C6DB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>
                                            <p:graphicEl>
                                              <a:dgm id="{169B7499-C792-46E1-AC4A-872798C6DB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186E8014-19EF-4381-A209-966D662CEA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>
                                            <p:graphicEl>
                                              <a:dgm id="{186E8014-19EF-4381-A209-966D662CEA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479D0B8-7177-4F31-9B98-4EE9518526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graphicEl>
                                              <a:dgm id="{7479D0B8-7177-4F31-9B98-4EE9518526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3F2462F-DB97-4DEA-9A78-BB9D1D0C97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graphicEl>
                                              <a:dgm id="{93F2462F-DB97-4DEA-9A78-BB9D1D0C97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08CC69D-0114-467F-AD9B-D7745BB779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graphicEl>
                                              <a:dgm id="{508CC69D-0114-467F-AD9B-D7745BB779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CB103F5-1E3C-469D-93C9-E405C05C0F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graphicEl>
                                              <a:dgm id="{8CB103F5-1E3C-469D-93C9-E405C05C0F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69B7499-C792-46E1-AC4A-872798C6DB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graphicEl>
                                              <a:dgm id="{169B7499-C792-46E1-AC4A-872798C6DB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86E8014-19EF-4381-A209-966D662CEA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graphicEl>
                                              <a:dgm id="{186E8014-19EF-4381-A209-966D662CEA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uiExpand="1">
        <p:bldSub>
          <a:bldDgm bld="one"/>
        </p:bldSub>
      </p:bldGraphic>
      <p:bldGraphic spid="21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magine 40" descr="Immagine che contiene mappa">
            <a:extLst>
              <a:ext uri="{FF2B5EF4-FFF2-40B4-BE49-F238E27FC236}">
                <a16:creationId xmlns:a16="http://schemas.microsoft.com/office/drawing/2014/main" id="{DB8A060B-B7F4-9E55-4755-50C4855B37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514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4" name="Titolo 3">
            <a:extLst>
              <a:ext uri="{FF2B5EF4-FFF2-40B4-BE49-F238E27FC236}">
                <a16:creationId xmlns:a16="http://schemas.microsoft.com/office/drawing/2014/main" id="{27B288AD-3BF4-5364-C6BD-20D4FD64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85" y="103320"/>
            <a:ext cx="10515600" cy="1325563"/>
          </a:xfrm>
        </p:spPr>
        <p:txBody>
          <a:bodyPr>
            <a:normAutofit/>
          </a:bodyPr>
          <a:lstStyle/>
          <a:p>
            <a:r>
              <a:rPr lang="it-IT" sz="5400" b="1" dirty="0"/>
              <a:t>Vincoli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8A3C525-BA23-D671-6625-B90164F1B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graphicFrame>
        <p:nvGraphicFramePr>
          <p:cNvPr id="21" name="Segnaposto contenuto 5">
            <a:extLst>
              <a:ext uri="{FF2B5EF4-FFF2-40B4-BE49-F238E27FC236}">
                <a16:creationId xmlns:a16="http://schemas.microsoft.com/office/drawing/2014/main" id="{A2288B0A-AA6A-D5CB-4D74-69778B0B0A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2319599"/>
              </p:ext>
            </p:extLst>
          </p:nvPr>
        </p:nvGraphicFramePr>
        <p:xfrm>
          <a:off x="404333" y="1502908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" name="Immagine 1">
            <a:extLst>
              <a:ext uri="{FF2B5EF4-FFF2-40B4-BE49-F238E27FC236}">
                <a16:creationId xmlns:a16="http://schemas.microsoft.com/office/drawing/2014/main" id="{6721F671-1432-62BC-EA8C-61F371749F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6289" y="2604093"/>
            <a:ext cx="2819644" cy="327688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D26CD14-3272-AF2E-CF49-B011F57619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0810" y="5661548"/>
            <a:ext cx="3955123" cy="266723"/>
          </a:xfrm>
          <a:prstGeom prst="rect">
            <a:avLst/>
          </a:prstGeom>
        </p:spPr>
      </p:pic>
      <p:grpSp>
        <p:nvGrpSpPr>
          <p:cNvPr id="11" name="Gruppo 10">
            <a:extLst>
              <a:ext uri="{FF2B5EF4-FFF2-40B4-BE49-F238E27FC236}">
                <a16:creationId xmlns:a16="http://schemas.microsoft.com/office/drawing/2014/main" id="{F6373198-710B-265A-1304-A62EF3F34A05}"/>
              </a:ext>
            </a:extLst>
          </p:cNvPr>
          <p:cNvGrpSpPr/>
          <p:nvPr/>
        </p:nvGrpSpPr>
        <p:grpSpPr>
          <a:xfrm>
            <a:off x="6589775" y="3025876"/>
            <a:ext cx="5181600" cy="1305401"/>
            <a:chOff x="6589775" y="3025876"/>
            <a:chExt cx="5181600" cy="1305401"/>
          </a:xfrm>
        </p:grpSpPr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7813B039-868C-0D24-7DE3-0ECC136EE3AB}"/>
                </a:ext>
              </a:extLst>
            </p:cNvPr>
            <p:cNvGrpSpPr/>
            <p:nvPr/>
          </p:nvGrpSpPr>
          <p:grpSpPr>
            <a:xfrm>
              <a:off x="6589775" y="3025876"/>
              <a:ext cx="5181600" cy="1305401"/>
              <a:chOff x="6589775" y="3025876"/>
              <a:chExt cx="5181600" cy="1305401"/>
            </a:xfrm>
          </p:grpSpPr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3DB5F011-DFDE-9E14-E6AD-55370B9481F1}"/>
                  </a:ext>
                </a:extLst>
              </p:cNvPr>
              <p:cNvSpPr/>
              <p:nvPr/>
            </p:nvSpPr>
            <p:spPr>
              <a:xfrm>
                <a:off x="6589775" y="3025876"/>
                <a:ext cx="5181600" cy="1305401"/>
              </a:xfrm>
              <a:prstGeom prst="roundRect">
                <a:avLst>
                  <a:gd name="adj" fmla="val 10000"/>
                </a:avLst>
              </a:prstGeom>
              <a:solidFill>
                <a:schemeClr val="accent2"/>
              </a:solidFill>
            </p:spPr>
            <p:style>
              <a:lnRef idx="0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it-IT" dirty="0"/>
              </a:p>
            </p:txBody>
          </p:sp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8399EDD7-4DF4-5E50-AA95-D9D1C5902778}"/>
                  </a:ext>
                </a:extLst>
              </p:cNvPr>
              <p:cNvSpPr txBox="1"/>
              <p:nvPr/>
            </p:nvSpPr>
            <p:spPr>
              <a:xfrm>
                <a:off x="8143335" y="3428999"/>
                <a:ext cx="3628039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500" b="1" dirty="0">
                    <a:solidFill>
                      <a:schemeClr val="bg1"/>
                    </a:solidFill>
                  </a:rPr>
                  <a:t>Viaggio come ciclo unico</a:t>
                </a:r>
              </a:p>
            </p:txBody>
          </p:sp>
          <p:pic>
            <p:nvPicPr>
              <p:cNvPr id="13" name="Elemento grafico 12" descr="Cicli con persone con riempimento a tinta unita">
                <a:extLst>
                  <a:ext uri="{FF2B5EF4-FFF2-40B4-BE49-F238E27FC236}">
                    <a16:creationId xmlns:a16="http://schemas.microsoft.com/office/drawing/2014/main" id="{B97A5853-A928-7FC8-FB23-667B8E0818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840753" y="3239718"/>
                <a:ext cx="885007" cy="885007"/>
              </a:xfrm>
              <a:prstGeom prst="rect">
                <a:avLst/>
              </a:prstGeom>
            </p:spPr>
          </p:pic>
        </p:grp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324B0793-96D8-47C8-431A-AC388B00761D}"/>
                </a:ext>
              </a:extLst>
            </p:cNvPr>
            <p:cNvSpPr/>
            <p:nvPr/>
          </p:nvSpPr>
          <p:spPr>
            <a:xfrm>
              <a:off x="6840753" y="3254498"/>
              <a:ext cx="914400" cy="87022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6" name="Immagine 5">
            <a:extLst>
              <a:ext uri="{FF2B5EF4-FFF2-40B4-BE49-F238E27FC236}">
                <a16:creationId xmlns:a16="http://schemas.microsoft.com/office/drawing/2014/main" id="{22689441-8398-6E5F-7143-5A55191D78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0961" y="4183279"/>
            <a:ext cx="4686706" cy="281964"/>
          </a:xfrm>
          <a:prstGeom prst="rect">
            <a:avLst/>
          </a:prstGeom>
        </p:spPr>
      </p:pic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5E4FE76B-9D62-5265-12DB-47C16BE5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6</a:t>
            </a:fld>
            <a:endParaRPr lang="it-IT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B104D388-B435-1DDF-A5F0-921649D8E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</p:spTree>
    <p:extLst>
      <p:ext uri="{BB962C8B-B14F-4D97-AF65-F5344CB8AC3E}">
        <p14:creationId xmlns:p14="http://schemas.microsoft.com/office/powerpoint/2010/main" val="282012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7479D0B8-7177-4F31-9B98-4EE9518526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graphicEl>
                                              <a:dgm id="{7479D0B8-7177-4F31-9B98-4EE9518526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93F2462F-DB97-4DEA-9A78-BB9D1D0C97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graphicEl>
                                              <a:dgm id="{93F2462F-DB97-4DEA-9A78-BB9D1D0C97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508CC69D-0114-467F-AD9B-D7745BB779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graphicEl>
                                              <a:dgm id="{508CC69D-0114-467F-AD9B-D7745BB779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8CB103F5-1E3C-469D-93C9-E405C05C0F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>
                                            <p:graphicEl>
                                              <a:dgm id="{8CB103F5-1E3C-469D-93C9-E405C05C0F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169B7499-C792-46E1-AC4A-872798C6DB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>
                                            <p:graphicEl>
                                              <a:dgm id="{169B7499-C792-46E1-AC4A-872798C6DB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186E8014-19EF-4381-A209-966D662CEA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>
                                            <p:graphicEl>
                                              <a:dgm id="{186E8014-19EF-4381-A209-966D662CEA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mappa">
            <a:extLst>
              <a:ext uri="{FF2B5EF4-FFF2-40B4-BE49-F238E27FC236}">
                <a16:creationId xmlns:a16="http://schemas.microsoft.com/office/drawing/2014/main" id="{262DD801-34CF-06EE-372C-D2476239AF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514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48BAD63-030E-1A94-429A-B30C58BB5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b="1" dirty="0"/>
              <a:t>Implementazione software - Excel</a:t>
            </a:r>
          </a:p>
        </p:txBody>
      </p:sp>
      <p:pic>
        <p:nvPicPr>
          <p:cNvPr id="4" name="Segnaposto contenuto 3" descr="Immagine che contiene testo, interni, computer, diverso&#10;&#10;Descrizione generata automaticamente">
            <a:extLst>
              <a:ext uri="{FF2B5EF4-FFF2-40B4-BE49-F238E27FC236}">
                <a16:creationId xmlns:a16="http://schemas.microsoft.com/office/drawing/2014/main" id="{F07AA753-4409-00D0-8DD5-5C2AE4CE5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13796"/>
            <a:ext cx="10515600" cy="3774996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DD7607-8BC2-B275-98FB-C854BCE1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7</a:t>
            </a:fld>
            <a:endParaRPr lang="it-IT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7D2C03B8-0FE9-92F2-FD20-A12EC6A9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</p:spTree>
    <p:extLst>
      <p:ext uri="{BB962C8B-B14F-4D97-AF65-F5344CB8AC3E}">
        <p14:creationId xmlns:p14="http://schemas.microsoft.com/office/powerpoint/2010/main" val="345933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mappa">
            <a:extLst>
              <a:ext uri="{FF2B5EF4-FFF2-40B4-BE49-F238E27FC236}">
                <a16:creationId xmlns:a16="http://schemas.microsoft.com/office/drawing/2014/main" id="{5164385F-91A4-F9AF-2CA7-68C76E32AD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514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888E14-27A6-0CE3-12C4-ABD6A8DC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8</a:t>
            </a:fld>
            <a:endParaRPr lang="it-IT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334DC34A-B7D7-4769-D06E-09297A48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E99731F-5719-703C-6E01-7A39014F9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123" y="2263153"/>
            <a:ext cx="5334744" cy="445832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D60B11E-BF20-9D1C-A87C-8442273FF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8" y="149654"/>
            <a:ext cx="6363588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3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mappa">
            <a:extLst>
              <a:ext uri="{FF2B5EF4-FFF2-40B4-BE49-F238E27FC236}">
                <a16:creationId xmlns:a16="http://schemas.microsoft.com/office/drawing/2014/main" id="{9177A310-9122-EABF-75EA-DD087EFD89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514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0C14197E-DB12-450B-2491-CA60781F9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573" y="1274912"/>
            <a:ext cx="5813244" cy="487362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7F822F7-AFEB-F03A-7EDA-BFB40FAC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29" y="310551"/>
            <a:ext cx="10469442" cy="983411"/>
          </a:xfrm>
        </p:spPr>
        <p:txBody>
          <a:bodyPr>
            <a:normAutofit/>
          </a:bodyPr>
          <a:lstStyle/>
          <a:p>
            <a:r>
              <a:rPr lang="it-IT" sz="5400" b="1" dirty="0"/>
              <a:t>Presentazione dei risultati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2DC0F4F-43F7-AC52-D62D-D3D9E9A0F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505" y="5811530"/>
            <a:ext cx="2240474" cy="373412"/>
          </a:xfrm>
          <a:prstGeom prst="rect">
            <a:avLst/>
          </a:prstGeom>
        </p:spPr>
      </p:pic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E0E67706-59BB-F496-A415-6E1FDA67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9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B3EB0879-AA3C-2746-EB5B-2BFE759EC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EAD17E74-F02A-7AE4-A2E2-60680075FD0D}"/>
              </a:ext>
            </a:extLst>
          </p:cNvPr>
          <p:cNvSpPr/>
          <p:nvPr/>
        </p:nvSpPr>
        <p:spPr>
          <a:xfrm>
            <a:off x="5416012" y="4357586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72683BC3-9BF8-CAD8-A017-38DC0B592EB6}"/>
              </a:ext>
            </a:extLst>
          </p:cNvPr>
          <p:cNvSpPr/>
          <p:nvPr/>
        </p:nvSpPr>
        <p:spPr>
          <a:xfrm>
            <a:off x="8473537" y="4648077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875357A5-FBB3-4904-7212-BCC40F87415E}"/>
              </a:ext>
            </a:extLst>
          </p:cNvPr>
          <p:cNvSpPr/>
          <p:nvPr/>
        </p:nvSpPr>
        <p:spPr>
          <a:xfrm>
            <a:off x="4787362" y="5368754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49BF22C7-7EC2-16DF-549C-6F5C2BCBDA0F}"/>
              </a:ext>
            </a:extLst>
          </p:cNvPr>
          <p:cNvSpPr/>
          <p:nvPr/>
        </p:nvSpPr>
        <p:spPr>
          <a:xfrm>
            <a:off x="7040739" y="4500418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33B22C37-89D4-ECE0-956D-DA01527A15EC}"/>
              </a:ext>
            </a:extLst>
          </p:cNvPr>
          <p:cNvSpPr/>
          <p:nvPr/>
        </p:nvSpPr>
        <p:spPr>
          <a:xfrm>
            <a:off x="4286833" y="2127343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6ABD8C21-EA29-1434-5B31-A3E4BE08D7D0}"/>
              </a:ext>
            </a:extLst>
          </p:cNvPr>
          <p:cNvSpPr/>
          <p:nvPr/>
        </p:nvSpPr>
        <p:spPr>
          <a:xfrm>
            <a:off x="2936934" y="5754380"/>
            <a:ext cx="1466849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72EF5F7C-AC66-5A02-FF55-B160BF50D486}"/>
              </a:ext>
            </a:extLst>
          </p:cNvPr>
          <p:cNvSpPr/>
          <p:nvPr/>
        </p:nvSpPr>
        <p:spPr>
          <a:xfrm>
            <a:off x="4502312" y="5741367"/>
            <a:ext cx="2624151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730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 descr="Immagine che contiene mappa">
            <a:extLst>
              <a:ext uri="{FF2B5EF4-FFF2-40B4-BE49-F238E27FC236}">
                <a16:creationId xmlns:a16="http://schemas.microsoft.com/office/drawing/2014/main" id="{9AE24F9C-AF8A-50C5-6A40-4005D56544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514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9A3E960-0C4E-CDC9-48B4-F17EB461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b="1" dirty="0"/>
              <a:t>Analisi risultati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25D4E29-B40C-5799-D012-5439771D6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009" y="1585973"/>
            <a:ext cx="5157787" cy="823912"/>
          </a:xfrm>
        </p:spPr>
        <p:txBody>
          <a:bodyPr>
            <a:normAutofit/>
          </a:bodyPr>
          <a:lstStyle/>
          <a:p>
            <a:r>
              <a:rPr lang="it-IT" sz="2800" dirty="0"/>
              <a:t>Decremento permesso: 11 minuti</a:t>
            </a:r>
          </a:p>
          <a:p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33E12B3-0CC3-C900-C8B1-DA3578D87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74228" y="1585973"/>
            <a:ext cx="5183188" cy="823912"/>
          </a:xfrm>
        </p:spPr>
        <p:txBody>
          <a:bodyPr>
            <a:normAutofit/>
          </a:bodyPr>
          <a:lstStyle/>
          <a:p>
            <a:r>
              <a:rPr lang="it-IT" sz="2800" dirty="0"/>
              <a:t>Incremento permesso: 22 minuti</a:t>
            </a:r>
          </a:p>
          <a:p>
            <a:endParaRPr lang="it-IT" dirty="0"/>
          </a:p>
        </p:txBody>
      </p:sp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32978999-5C0B-6952-F8B8-C0FC68E784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557602"/>
              </p:ext>
            </p:extLst>
          </p:nvPr>
        </p:nvGraphicFramePr>
        <p:xfrm>
          <a:off x="434584" y="2272639"/>
          <a:ext cx="5354638" cy="3928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ma 8">
            <a:extLst>
              <a:ext uri="{FF2B5EF4-FFF2-40B4-BE49-F238E27FC236}">
                <a16:creationId xmlns:a16="http://schemas.microsoft.com/office/drawing/2014/main" id="{8B03B66A-DA74-7501-C8FA-D75C9053DD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0812697"/>
              </p:ext>
            </p:extLst>
          </p:nvPr>
        </p:nvGraphicFramePr>
        <p:xfrm>
          <a:off x="6402779" y="2272639"/>
          <a:ext cx="5536179" cy="3928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4A14136B-44A0-E4AD-193F-99F2D56A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10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C3A79F03-93F2-BB45-D5FE-1AA42743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</p:spTree>
    <p:extLst>
      <p:ext uri="{BB962C8B-B14F-4D97-AF65-F5344CB8AC3E}">
        <p14:creationId xmlns:p14="http://schemas.microsoft.com/office/powerpoint/2010/main" val="159846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633507-04F1-43F8-AFF9-E8BAE9DC3B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2A633507-04F1-43F8-AFF9-E8BAE9DC3B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1F39696-F296-4BB0-9B0F-26CDA56338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D1F39696-F296-4BB0-9B0F-26CDA56338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88A91FD-FE79-48B7-8191-A564448F87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88A91FD-FE79-48B7-8191-A564448F87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69DC911-A10B-4C77-95B7-57671A4FF9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569DC911-A10B-4C77-95B7-57671A4FF9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463CCE-C43A-4D03-9051-3B17284DAC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graphicEl>
                                              <a:dgm id="{A0463CCE-C43A-4D03-9051-3B17284DAC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7D9724-0707-4612-BED3-AA3B2946EB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CD7D9724-0707-4612-BED3-AA3B2946EB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A633507-04F1-43F8-AFF9-E8BAE9DC3B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>
                                            <p:graphicEl>
                                              <a:dgm id="{2A633507-04F1-43F8-AFF9-E8BAE9DC3B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1F39696-F296-4BB0-9B0F-26CDA56338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>
                                            <p:graphicEl>
                                              <a:dgm id="{D1F39696-F296-4BB0-9B0F-26CDA56338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88A91FD-FE79-48B7-8191-A564448F87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>
                                            <p:graphicEl>
                                              <a:dgm id="{988A91FD-FE79-48B7-8191-A564448F87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69DC911-A10B-4C77-95B7-57671A4FF9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>
                                            <p:graphicEl>
                                              <a:dgm id="{569DC911-A10B-4C77-95B7-57671A4FF9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0463CCE-C43A-4D03-9051-3B17284DAC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">
                                            <p:graphicEl>
                                              <a:dgm id="{A0463CCE-C43A-4D03-9051-3B17284DAC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D7D9724-0707-4612-BED3-AA3B2946EB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">
                                            <p:graphicEl>
                                              <a:dgm id="{CD7D9724-0707-4612-BED3-AA3B2946EB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Graphic spid="7" grpId="0" uiExpand="1">
        <p:bldSub>
          <a:bldDgm bld="one"/>
        </p:bldSub>
      </p:bldGraphic>
      <p:bldGraphic spid="9" grpId="0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0474DD9-A7D8-89C5-373A-B36E4F2E7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Scenario alternativo 1</a:t>
            </a:r>
          </a:p>
        </p:txBody>
      </p:sp>
      <p:sp>
        <p:nvSpPr>
          <p:cNvPr id="7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457C313-1B1A-177C-0914-1E754A4ECD11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200" dirty="0" err="1"/>
              <a:t>Obbligo</a:t>
            </a:r>
            <a:r>
              <a:rPr lang="en-US" sz="2200" dirty="0"/>
              <a:t> di </a:t>
            </a:r>
            <a:r>
              <a:rPr lang="en-US" sz="2200" dirty="0" err="1"/>
              <a:t>usare</a:t>
            </a:r>
            <a:r>
              <a:rPr lang="en-US" sz="2200" dirty="0"/>
              <a:t> </a:t>
            </a:r>
            <a:r>
              <a:rPr lang="en-US" sz="2200" dirty="0" err="1"/>
              <a:t>ogni</a:t>
            </a:r>
            <a:r>
              <a:rPr lang="en-US" sz="2200" dirty="0"/>
              <a:t> mezzo di </a:t>
            </a:r>
            <a:r>
              <a:rPr lang="en-US" sz="2200" dirty="0" err="1"/>
              <a:t>trasporto</a:t>
            </a:r>
            <a:endParaRPr lang="en-US" sz="2200" dirty="0"/>
          </a:p>
        </p:txBody>
      </p:sp>
      <p:pic>
        <p:nvPicPr>
          <p:cNvPr id="9" name="Immagine 8" descr="Immagine che contiene testo">
            <a:extLst>
              <a:ext uri="{FF2B5EF4-FFF2-40B4-BE49-F238E27FC236}">
                <a16:creationId xmlns:a16="http://schemas.microsoft.com/office/drawing/2014/main" id="{15E3F1C9-51BD-3A95-2239-2F9CC7B0D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22" y="3857187"/>
            <a:ext cx="1920406" cy="1310754"/>
          </a:xfrm>
          <a:prstGeom prst="rect">
            <a:avLst/>
          </a:prstGeom>
        </p:spPr>
      </p:pic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DCE8082D-95E0-A90E-2D23-2B737B8C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11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C7A87D90-1426-55F9-EEDC-B5B8B1F37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7E171A1B-E6B8-67F0-F891-59FA2A08C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986" y="816517"/>
            <a:ext cx="6299813" cy="5305693"/>
          </a:xfrm>
          <a:prstGeom prst="rect">
            <a:avLst/>
          </a:prstGeom>
        </p:spPr>
      </p:pic>
      <p:sp>
        <p:nvSpPr>
          <p:cNvPr id="11" name="Ovale 10">
            <a:extLst>
              <a:ext uri="{FF2B5EF4-FFF2-40B4-BE49-F238E27FC236}">
                <a16:creationId xmlns:a16="http://schemas.microsoft.com/office/drawing/2014/main" id="{FDD5D658-5AC8-B624-DA5C-9F067F24E1B2}"/>
              </a:ext>
            </a:extLst>
          </p:cNvPr>
          <p:cNvSpPr/>
          <p:nvPr/>
        </p:nvSpPr>
        <p:spPr>
          <a:xfrm>
            <a:off x="6292312" y="1757261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271B039E-2076-D68F-6FE4-77211E7789E9}"/>
              </a:ext>
            </a:extLst>
          </p:cNvPr>
          <p:cNvSpPr/>
          <p:nvPr/>
        </p:nvSpPr>
        <p:spPr>
          <a:xfrm>
            <a:off x="7528021" y="4176611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98183481-94BC-76F8-15B2-7EC5A89ACF23}"/>
              </a:ext>
            </a:extLst>
          </p:cNvPr>
          <p:cNvSpPr/>
          <p:nvPr/>
        </p:nvSpPr>
        <p:spPr>
          <a:xfrm>
            <a:off x="8699779" y="4476834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D9B28A52-BE82-90ED-EA4A-6CDBB7029ADD}"/>
              </a:ext>
            </a:extLst>
          </p:cNvPr>
          <p:cNvSpPr/>
          <p:nvPr/>
        </p:nvSpPr>
        <p:spPr>
          <a:xfrm>
            <a:off x="10816687" y="3195536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8187DBFF-48C9-3533-B2F0-990279115BF2}"/>
              </a:ext>
            </a:extLst>
          </p:cNvPr>
          <p:cNvSpPr/>
          <p:nvPr/>
        </p:nvSpPr>
        <p:spPr>
          <a:xfrm>
            <a:off x="9283162" y="5262461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33289184-6DAE-8370-46A5-D7BD6F253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619" y="5733555"/>
            <a:ext cx="2476715" cy="388654"/>
          </a:xfrm>
          <a:prstGeom prst="rect">
            <a:avLst/>
          </a:prstGeom>
        </p:spPr>
      </p:pic>
      <p:sp>
        <p:nvSpPr>
          <p:cNvPr id="17" name="Ovale 16">
            <a:extLst>
              <a:ext uri="{FF2B5EF4-FFF2-40B4-BE49-F238E27FC236}">
                <a16:creationId xmlns:a16="http://schemas.microsoft.com/office/drawing/2014/main" id="{AFF51404-EC58-7248-C149-E57932C38403}"/>
              </a:ext>
            </a:extLst>
          </p:cNvPr>
          <p:cNvSpPr/>
          <p:nvPr/>
        </p:nvSpPr>
        <p:spPr>
          <a:xfrm>
            <a:off x="4870509" y="5687705"/>
            <a:ext cx="1466849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783D452B-82E9-5795-99B2-5E35A766D24E}"/>
              </a:ext>
            </a:extLst>
          </p:cNvPr>
          <p:cNvSpPr/>
          <p:nvPr/>
        </p:nvSpPr>
        <p:spPr>
          <a:xfrm>
            <a:off x="6378737" y="5665167"/>
            <a:ext cx="2624151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721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4" grpId="0" animBg="1"/>
      <p:bldP spid="6" grpId="0" animBg="1"/>
      <p:bldP spid="7" grpId="0" animBg="1"/>
      <p:bldP spid="8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0474DD9-A7D8-89C5-373A-B36E4F2E7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Scenario alternativo 2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457C313-1B1A-177C-0914-1E754A4ECD11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Passaggio </a:t>
            </a:r>
            <a:r>
              <a:rPr lang="en-US" sz="2200" dirty="0" err="1"/>
              <a:t>obbligatorio</a:t>
            </a:r>
            <a:r>
              <a:rPr lang="en-US" sz="2200" dirty="0"/>
              <a:t> per Vienna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6194A50-F423-2C1C-D222-525FADA02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60" y="3986738"/>
            <a:ext cx="4732430" cy="525826"/>
          </a:xfrm>
          <a:prstGeom prst="rect">
            <a:avLst/>
          </a:prstGeom>
        </p:spPr>
      </p:pic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0366EB2D-6EE3-2129-EB4A-A70072E3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12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A113D0DB-4B53-F592-AD79-7C7E0A5E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11B4404C-5043-C4EC-C468-3801C66D8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788" y="794490"/>
            <a:ext cx="6341681" cy="530722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E5AF08E-C754-2BF5-EDD6-00DA27712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817" y="5758782"/>
            <a:ext cx="2240474" cy="342930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87E25281-1415-1E9C-3FF2-6057A5C043CC}"/>
              </a:ext>
            </a:extLst>
          </p:cNvPr>
          <p:cNvSpPr/>
          <p:nvPr/>
        </p:nvSpPr>
        <p:spPr>
          <a:xfrm>
            <a:off x="4918134" y="5697230"/>
            <a:ext cx="1466849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5C183E4B-CE53-015D-F706-ABB9BBAECF6C}"/>
              </a:ext>
            </a:extLst>
          </p:cNvPr>
          <p:cNvSpPr/>
          <p:nvPr/>
        </p:nvSpPr>
        <p:spPr>
          <a:xfrm>
            <a:off x="6483512" y="5684217"/>
            <a:ext cx="2624151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0819FD1A-DC66-91B3-7AE0-7D6DB6D29174}"/>
              </a:ext>
            </a:extLst>
          </p:cNvPr>
          <p:cNvSpPr/>
          <p:nvPr/>
        </p:nvSpPr>
        <p:spPr>
          <a:xfrm>
            <a:off x="7604221" y="4157561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15EBC2E-2F53-E044-F48D-C822557B8F43}"/>
              </a:ext>
            </a:extLst>
          </p:cNvPr>
          <p:cNvSpPr/>
          <p:nvPr/>
        </p:nvSpPr>
        <p:spPr>
          <a:xfrm>
            <a:off x="8289674" y="4480306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BB4D0F7-AD15-8639-C150-EFEEAA250272}"/>
              </a:ext>
            </a:extLst>
          </p:cNvPr>
          <p:cNvSpPr/>
          <p:nvPr/>
        </p:nvSpPr>
        <p:spPr>
          <a:xfrm>
            <a:off x="10908075" y="4643335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74F5A944-C061-6BF2-4BA3-42F846AE55D7}"/>
              </a:ext>
            </a:extLst>
          </p:cNvPr>
          <p:cNvSpPr/>
          <p:nvPr/>
        </p:nvSpPr>
        <p:spPr>
          <a:xfrm>
            <a:off x="9356821" y="5252936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C4B6B0F6-DE88-88AA-F22F-95E0CC8A74D6}"/>
              </a:ext>
            </a:extLst>
          </p:cNvPr>
          <p:cNvSpPr/>
          <p:nvPr/>
        </p:nvSpPr>
        <p:spPr>
          <a:xfrm>
            <a:off x="6356722" y="1728686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633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  <p:bldP spid="9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0474DD9-A7D8-89C5-373A-B36E4F2E7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Scenario alternativo 3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457C313-1B1A-177C-0914-1E754A4ECD11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Tempo </a:t>
            </a:r>
            <a:r>
              <a:rPr lang="en-US" sz="2200" dirty="0" err="1"/>
              <a:t>massimo</a:t>
            </a:r>
            <a:r>
              <a:rPr lang="en-US" sz="2200" dirty="0"/>
              <a:t> per </a:t>
            </a:r>
            <a:r>
              <a:rPr lang="en-US" sz="2200" dirty="0" err="1"/>
              <a:t>ogni</a:t>
            </a:r>
            <a:r>
              <a:rPr lang="en-US" sz="2200" dirty="0"/>
              <a:t> </a:t>
            </a:r>
            <a:r>
              <a:rPr lang="en-US" sz="2200" dirty="0" err="1"/>
              <a:t>spostamento</a:t>
            </a:r>
            <a:r>
              <a:rPr lang="en-US" sz="2200" dirty="0"/>
              <a:t>: 3 ore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B3B4F5E-85A8-2ECF-A7AF-802CEBEAC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88" y="4177255"/>
            <a:ext cx="4092295" cy="335309"/>
          </a:xfrm>
          <a:prstGeom prst="rect">
            <a:avLst/>
          </a:prstGeom>
        </p:spPr>
      </p:pic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B4C94A61-9F78-FA8B-D9CC-2EBDF44D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13</a:t>
            </a:fld>
            <a:endParaRPr lang="it-IT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021FA7CB-CA85-562D-5DBE-1F9D635F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49D35B8-CF14-A36E-F668-1FD1BE5A4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136" y="827947"/>
            <a:ext cx="6266927" cy="520210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B941AFE-6AE1-1473-DCFA-B523667E7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175" y="5671881"/>
            <a:ext cx="2248095" cy="358171"/>
          </a:xfrm>
          <a:prstGeom prst="rect">
            <a:avLst/>
          </a:prstGeom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8399A683-01F1-F1DA-F526-FC3D4012B4A0}"/>
              </a:ext>
            </a:extLst>
          </p:cNvPr>
          <p:cNvSpPr/>
          <p:nvPr/>
        </p:nvSpPr>
        <p:spPr>
          <a:xfrm>
            <a:off x="7226492" y="4145542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915E50CA-2D70-DFD4-3134-C666CA80C036}"/>
              </a:ext>
            </a:extLst>
          </p:cNvPr>
          <p:cNvSpPr/>
          <p:nvPr/>
        </p:nvSpPr>
        <p:spPr>
          <a:xfrm>
            <a:off x="7916724" y="2715709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38EDBF20-2531-79F6-49A3-97EEACAE3E30}"/>
              </a:ext>
            </a:extLst>
          </p:cNvPr>
          <p:cNvSpPr/>
          <p:nvPr/>
        </p:nvSpPr>
        <p:spPr>
          <a:xfrm>
            <a:off x="11179385" y="4445766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8C12E996-146E-0FA3-B01C-DBD344D718C8}"/>
              </a:ext>
            </a:extLst>
          </p:cNvPr>
          <p:cNvSpPr/>
          <p:nvPr/>
        </p:nvSpPr>
        <p:spPr>
          <a:xfrm>
            <a:off x="10404571" y="2062061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393643BB-55FD-7628-2936-9FC94EB74F48}"/>
              </a:ext>
            </a:extLst>
          </p:cNvPr>
          <p:cNvSpPr/>
          <p:nvPr/>
        </p:nvSpPr>
        <p:spPr>
          <a:xfrm>
            <a:off x="6689821" y="5071961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871ED334-277D-0F69-9B35-57296C62E780}"/>
              </a:ext>
            </a:extLst>
          </p:cNvPr>
          <p:cNvSpPr/>
          <p:nvPr/>
        </p:nvSpPr>
        <p:spPr>
          <a:xfrm>
            <a:off x="5241984" y="5640080"/>
            <a:ext cx="1466849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67F13981-B0B6-56EE-5214-80E72C48EFE4}"/>
              </a:ext>
            </a:extLst>
          </p:cNvPr>
          <p:cNvSpPr/>
          <p:nvPr/>
        </p:nvSpPr>
        <p:spPr>
          <a:xfrm>
            <a:off x="6807362" y="5627067"/>
            <a:ext cx="2624151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874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0474DD9-A7D8-89C5-373A-B36E4F2E7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Scenario 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alternativo</a:t>
            </a: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4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457C313-1B1A-177C-0914-1E754A4ECD11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Si </a:t>
            </a:r>
            <a:r>
              <a:rPr lang="en-US" sz="2200" dirty="0" err="1"/>
              <a:t>imposta</a:t>
            </a:r>
            <a:r>
              <a:rPr lang="en-US" sz="2200" dirty="0"/>
              <a:t> come </a:t>
            </a:r>
            <a:r>
              <a:rPr lang="en-US" sz="2200" dirty="0" err="1"/>
              <a:t>funzione</a:t>
            </a:r>
            <a:r>
              <a:rPr lang="en-US" sz="2200" dirty="0"/>
              <a:t> </a:t>
            </a:r>
            <a:r>
              <a:rPr lang="en-US" sz="2200" dirty="0" err="1"/>
              <a:t>obiettivo</a:t>
            </a:r>
            <a:r>
              <a:rPr lang="en-US" sz="2200" dirty="0"/>
              <a:t> la </a:t>
            </a:r>
            <a:r>
              <a:rPr lang="en-US" sz="2200" dirty="0" err="1"/>
              <a:t>minimizzazione</a:t>
            </a:r>
            <a:r>
              <a:rPr lang="en-US" sz="2200" dirty="0"/>
              <a:t> del tempo </a:t>
            </a:r>
            <a:r>
              <a:rPr lang="en-US" sz="2200" dirty="0" err="1"/>
              <a:t>totale</a:t>
            </a:r>
            <a:r>
              <a:rPr lang="en-US" sz="2200" dirty="0"/>
              <a:t> di </a:t>
            </a:r>
            <a:r>
              <a:rPr lang="en-US" sz="2200" dirty="0" err="1"/>
              <a:t>viaggio</a:t>
            </a:r>
            <a:r>
              <a:rPr lang="en-US" sz="2200" dirty="0"/>
              <a:t> a </a:t>
            </a:r>
            <a:r>
              <a:rPr lang="en-US" sz="2200" dirty="0" err="1"/>
              <a:t>fronte</a:t>
            </a:r>
            <a:r>
              <a:rPr lang="en-US" sz="2200" dirty="0"/>
              <a:t> di un </a:t>
            </a:r>
            <a:r>
              <a:rPr lang="en-US" sz="2200" dirty="0" err="1"/>
              <a:t>costo</a:t>
            </a:r>
            <a:r>
              <a:rPr lang="en-US" sz="2200" dirty="0"/>
              <a:t> </a:t>
            </a:r>
            <a:r>
              <a:rPr lang="en-US" sz="2200" dirty="0" err="1"/>
              <a:t>totale</a:t>
            </a:r>
            <a:r>
              <a:rPr lang="en-US" sz="2200" dirty="0"/>
              <a:t> </a:t>
            </a:r>
            <a:r>
              <a:rPr lang="en-US" sz="2200" dirty="0" err="1"/>
              <a:t>massimo</a:t>
            </a:r>
            <a:r>
              <a:rPr lang="en-US" sz="2200" dirty="0"/>
              <a:t> di 200€</a:t>
            </a:r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494F8801-3420-5E26-0E02-031A3EF7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14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9043354E-1529-7353-7C61-1E97F492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DA2163D-E936-21E9-C667-E261F0094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326" y="760806"/>
            <a:ext cx="6315852" cy="533638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4258291-03C8-6944-E58E-8D5B79CE1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243" y="5761885"/>
            <a:ext cx="2248095" cy="335309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7CA29014-F60D-BCCC-3F27-7CE734C1E956}"/>
              </a:ext>
            </a:extLst>
          </p:cNvPr>
          <p:cNvSpPr/>
          <p:nvPr/>
        </p:nvSpPr>
        <p:spPr>
          <a:xfrm>
            <a:off x="7197917" y="4126492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8B95360E-2D48-B5DE-7A17-C20F6A7A9017}"/>
              </a:ext>
            </a:extLst>
          </p:cNvPr>
          <p:cNvSpPr/>
          <p:nvPr/>
        </p:nvSpPr>
        <p:spPr>
          <a:xfrm>
            <a:off x="7895543" y="4298230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804C13FB-66A1-D347-DB48-6FBCEF876AD6}"/>
              </a:ext>
            </a:extLst>
          </p:cNvPr>
          <p:cNvSpPr/>
          <p:nvPr/>
        </p:nvSpPr>
        <p:spPr>
          <a:xfrm>
            <a:off x="9064707" y="4438734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6F93B200-3088-C150-C958-B7F061756C77}"/>
              </a:ext>
            </a:extLst>
          </p:cNvPr>
          <p:cNvSpPr/>
          <p:nvPr/>
        </p:nvSpPr>
        <p:spPr>
          <a:xfrm>
            <a:off x="9649795" y="4764666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2A62E5C4-2F00-498F-4CF6-2C84579D0F02}"/>
              </a:ext>
            </a:extLst>
          </p:cNvPr>
          <p:cNvSpPr/>
          <p:nvPr/>
        </p:nvSpPr>
        <p:spPr>
          <a:xfrm>
            <a:off x="6645467" y="1697617"/>
            <a:ext cx="329780" cy="20480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458041CB-8C18-28AA-528F-0E18249351AA}"/>
              </a:ext>
            </a:extLst>
          </p:cNvPr>
          <p:cNvSpPr/>
          <p:nvPr/>
        </p:nvSpPr>
        <p:spPr>
          <a:xfrm>
            <a:off x="5241984" y="5640080"/>
            <a:ext cx="1466849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166DD104-BFE9-D0B2-76D8-E17BBCF0AD54}"/>
              </a:ext>
            </a:extLst>
          </p:cNvPr>
          <p:cNvSpPr/>
          <p:nvPr/>
        </p:nvSpPr>
        <p:spPr>
          <a:xfrm>
            <a:off x="6807362" y="5627067"/>
            <a:ext cx="2624151" cy="5080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486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2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3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2EF1FEE-A660-81BE-17D5-B3044CA0C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56" y="673770"/>
            <a:ext cx="4137890" cy="2027227"/>
          </a:xfrm>
        </p:spPr>
        <p:txBody>
          <a:bodyPr anchor="t">
            <a:normAutofit/>
          </a:bodyPr>
          <a:lstStyle/>
          <a:p>
            <a:r>
              <a:rPr lang="it-IT" sz="5400" b="1" dirty="0">
                <a:solidFill>
                  <a:srgbClr val="FFFFFF"/>
                </a:solidFill>
              </a:rPr>
              <a:t>Considerazioni finali</a:t>
            </a:r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2C1D4597-7A4C-C3DA-D1F1-910E46FE9D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524133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292ACB-2567-C1C0-8BC1-7492BE0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64EA-7A84-4E0C-BD59-34BF05A81547}" type="slidenum">
              <a:rPr lang="it-IT" smtClean="0"/>
              <a:t>15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171AC62E-B844-C480-F1ED-05BC14BE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43221"/>
            <a:ext cx="4114800" cy="365125"/>
          </a:xfrm>
        </p:spPr>
        <p:txBody>
          <a:bodyPr/>
          <a:lstStyle/>
          <a:p>
            <a:r>
              <a:rPr lang="it-IT" sz="900" dirty="0"/>
              <a:t>Cerasoli Giovanni, Del Corso Lorenzo, </a:t>
            </a:r>
            <a:r>
              <a:rPr lang="it-IT" sz="900" dirty="0" err="1"/>
              <a:t>Ricchebono</a:t>
            </a:r>
            <a:r>
              <a:rPr lang="it-IT" sz="900" dirty="0"/>
              <a:t> Alessandro MDAE 2022/2023</a:t>
            </a:r>
          </a:p>
        </p:txBody>
      </p:sp>
    </p:spTree>
    <p:extLst>
      <p:ext uri="{BB962C8B-B14F-4D97-AF65-F5344CB8AC3E}">
        <p14:creationId xmlns:p14="http://schemas.microsoft.com/office/powerpoint/2010/main" val="26369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9E1AA01-363E-4934-9E3A-046C15C45F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7">
                                            <p:graphicEl>
                                              <a:dgm id="{F9E1AA01-363E-4934-9E3A-046C15C45F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2B87AC-9D8F-4BD2-8739-9CC0404A1C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7">
                                            <p:graphicEl>
                                              <a:dgm id="{A52B87AC-9D8F-4BD2-8739-9CC0404A1C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6722C24-0488-4961-9A5F-5EBB5D70CC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7">
                                            <p:graphicEl>
                                              <a:dgm id="{86722C24-0488-4961-9A5F-5EBB5D70CC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29B3F52-0FBD-4C3A-BD06-2C783B3EF6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7">
                                            <p:graphicEl>
                                              <a:dgm id="{629B3F52-0FBD-4C3A-BD06-2C783B3EF6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D33988-0735-471C-A4C1-1DE128B4B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50"/>
                                        <p:tgtEl>
                                          <p:spTgt spid="7">
                                            <p:graphicEl>
                                              <a:dgm id="{44D33988-0735-471C-A4C1-1DE128B4B1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AF4F98-F1DC-417D-B027-D778FDA35B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7">
                                            <p:graphicEl>
                                              <a:dgm id="{38AF4F98-F1DC-417D-B027-D778FDA35B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C87EDE5-F9C4-4F11-B564-54CDAC7AA3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7">
                                            <p:graphicEl>
                                              <a:dgm id="{2C87EDE5-F9C4-4F11-B564-54CDAC7AA3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0B961BE-BB2C-4428-82B2-F046842CCB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7">
                                            <p:graphicEl>
                                              <a:dgm id="{E0B961BE-BB2C-4428-82B2-F046842CCB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97892F8-4E42-41DB-870E-27069A3C80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50"/>
                                        <p:tgtEl>
                                          <p:spTgt spid="7">
                                            <p:graphicEl>
                                              <a:dgm id="{B97892F8-4E42-41DB-870E-27069A3C80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0053211-68D1-4488-826F-DB665CD2D2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250"/>
                                        <p:tgtEl>
                                          <p:spTgt spid="7">
                                            <p:graphicEl>
                                              <a:dgm id="{10053211-68D1-4488-826F-DB665CD2D2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52F2958-BE3F-43DC-A1A8-D9B6CD4697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250"/>
                                        <p:tgtEl>
                                          <p:spTgt spid="7">
                                            <p:graphicEl>
                                              <a:dgm id="{F52F2958-BE3F-43DC-A1A8-D9B6CD4697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0B89D24-4CD2-4181-9B4E-B1C3F9B491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250"/>
                                        <p:tgtEl>
                                          <p:spTgt spid="7">
                                            <p:graphicEl>
                                              <a:dgm id="{80B89D24-4CD2-4181-9B4E-B1C3F9B491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544</Words>
  <Application>Microsoft Office PowerPoint</Application>
  <PresentationFormat>Widescreen</PresentationFormat>
  <Paragraphs>165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Tema di Office</vt:lpstr>
      <vt:lpstr>PROJECT WORK Metodi Decisionali per l’Analisi Economica</vt:lpstr>
      <vt:lpstr>Definizione del problema</vt:lpstr>
      <vt:lpstr>Raccolta e analisi dati</vt:lpstr>
      <vt:lpstr>Formulazione del modello</vt:lpstr>
      <vt:lpstr>Vincoli</vt:lpstr>
      <vt:lpstr>Vincoli</vt:lpstr>
      <vt:lpstr>Implementazione software - Excel</vt:lpstr>
      <vt:lpstr>Presentazione standard di PowerPoint</vt:lpstr>
      <vt:lpstr>Presentazione dei risultati</vt:lpstr>
      <vt:lpstr>Analisi risultati</vt:lpstr>
      <vt:lpstr>Scenario alternativo 1</vt:lpstr>
      <vt:lpstr>Scenario alternativo 2</vt:lpstr>
      <vt:lpstr>Scenario alternativo 3</vt:lpstr>
      <vt:lpstr>Scenario alternativo 4</vt:lpstr>
      <vt:lpstr>Considerazioni finali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</dc:title>
  <dc:creator>Alessandro Ricchebono</dc:creator>
  <cp:lastModifiedBy>Giovanni Giacomo Cerasoli</cp:lastModifiedBy>
  <cp:revision>49</cp:revision>
  <dcterms:created xsi:type="dcterms:W3CDTF">2022-12-27T13:40:54Z</dcterms:created>
  <dcterms:modified xsi:type="dcterms:W3CDTF">2022-12-28T14:25:16Z</dcterms:modified>
</cp:coreProperties>
</file>